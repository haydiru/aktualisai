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sldIdLst>
    <p:sldId id="261" r:id="rId2"/>
    <p:sldId id="256" r:id="rId3"/>
    <p:sldId id="257" r:id="rId4"/>
    <p:sldId id="262" r:id="rId5"/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1C3BF0-90D4-4015-8DC2-261EDD5BC2F6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82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B0141E-0B77-4B81-8CEC-62C2A22E34A2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42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27D3E-B623-4E3C-8F29-3E2E0B6F035A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26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4DF5A-A734-4AC5-BA43-8F39A4D98A4A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75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B3837-8E86-4EC6-AD9C-3E031945F320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83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2054F4-F488-431A-B3F2-8480B97C22F4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67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EADD2-D86F-40A9-8C4B-405B5EEB6DD7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486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18C4E-DBB7-4FB2-BB89-9ECE533A23E0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24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d-ID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C6FDF-550A-44EE-AE2C-0AEE990AD1F0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36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197E82-62CF-4824-B875-02F0D4A5E5E4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78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91155-E467-4742-8128-EB90F0DECDF2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3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F77166A-6FA9-497B-8DDC-0C8EA2CAEA3A}" type="slidenum">
              <a:rPr lang="es-E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05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://mediacenter.batamkota.go.id/wp-content/uploads/2014/07/Logo-BPS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00" b="72833" l="9667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401"/>
          <a:stretch/>
        </p:blipFill>
        <p:spPr bwMode="auto">
          <a:xfrm>
            <a:off x="3677498" y="0"/>
            <a:ext cx="1542573" cy="141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268675" y="3886200"/>
            <a:ext cx="6829627" cy="1200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600" b="1" spc="50" dirty="0" smtClean="0">
                <a:ln w="11430"/>
                <a:solidFill>
                  <a:srgbClr val="FFFF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Calibri"/>
                <a:cs typeface="Bookman Old Style"/>
              </a:rPr>
              <a:t>PRESENTASI </a:t>
            </a:r>
          </a:p>
          <a:p>
            <a:pPr algn="ctr"/>
            <a:r>
              <a:rPr lang="en-US" sz="3600" b="1" spc="50" dirty="0" smtClean="0">
                <a:ln w="11430"/>
                <a:solidFill>
                  <a:srgbClr val="FFFF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Calibri"/>
                <a:cs typeface="Bookman Old Style"/>
              </a:rPr>
              <a:t>RANCANGAN AKTUALISASI </a:t>
            </a:r>
            <a:endParaRPr lang="en-US" sz="3600" b="1" spc="50" dirty="0">
              <a:ln w="11430"/>
              <a:solidFill>
                <a:srgbClr val="FFFF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974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2400" y="1371600"/>
            <a:ext cx="8686800" cy="13898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algn="just">
              <a:spcBef>
                <a:spcPts val="0"/>
              </a:spcBef>
              <a:tabLst>
                <a:tab pos="228600" algn="l"/>
              </a:tabLst>
            </a:pP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Tujuan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presentasi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: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untuk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mendapatkan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masukan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agar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rancangan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aktualisasi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nilai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dasar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tersebut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layak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diterapkan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. </a:t>
            </a:r>
            <a:endParaRPr lang="en-US" sz="2200" dirty="0" smtClean="0">
              <a:solidFill>
                <a:srgbClr val="000000"/>
              </a:solidFill>
              <a:latin typeface="Bookman Old Style"/>
              <a:ea typeface="Calibri"/>
              <a:cs typeface="Bookman Old Style"/>
            </a:endParaRPr>
          </a:p>
          <a:p>
            <a:pPr marL="457200" algn="just">
              <a:spcBef>
                <a:spcPts val="0"/>
              </a:spcBef>
              <a:tabLst>
                <a:tab pos="228600" algn="l"/>
              </a:tabLst>
            </a:pP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Seminar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rancangan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aktualisasi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nilai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dasar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,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setiap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peserta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selama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 45 </a:t>
            </a:r>
            <a:r>
              <a:rPr lang="en-GB" sz="2200" dirty="0" err="1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menit</a:t>
            </a:r>
            <a:r>
              <a:rPr lang="en-GB" sz="2200" dirty="0" smtClean="0">
                <a:solidFill>
                  <a:srgbClr val="000000"/>
                </a:solidFill>
                <a:latin typeface="Arial"/>
                <a:ea typeface="Calibri"/>
                <a:cs typeface="Bookman Old Style"/>
              </a:rPr>
              <a:t>. </a:t>
            </a:r>
          </a:p>
          <a:p>
            <a:pPr marL="457200" algn="just">
              <a:spcBef>
                <a:spcPts val="0"/>
              </a:spcBef>
              <a:tabLst>
                <a:tab pos="228600" algn="l"/>
              </a:tabLst>
            </a:pPr>
            <a:endParaRPr lang="en-US" sz="2200" dirty="0" smtClean="0">
              <a:solidFill>
                <a:srgbClr val="000000"/>
              </a:solidFill>
              <a:latin typeface="Bookman Old Style"/>
              <a:ea typeface="Calibri"/>
              <a:cs typeface="Bookman Old Style"/>
            </a:endParaRPr>
          </a:p>
          <a:p>
            <a:endParaRPr lang="en-US" sz="2200" dirty="0"/>
          </a:p>
        </p:txBody>
      </p:sp>
      <p:sp>
        <p:nvSpPr>
          <p:cNvPr id="5" name="Rectangle 4"/>
          <p:cNvSpPr/>
          <p:nvPr/>
        </p:nvSpPr>
        <p:spPr>
          <a:xfrm>
            <a:off x="221610" y="152400"/>
            <a:ext cx="8749207" cy="6617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700" b="1" spc="50" dirty="0" smtClean="0">
                <a:ln w="11430"/>
                <a:gradFill>
                  <a:gsLst>
                    <a:gs pos="25000">
                      <a:srgbClr val="A5644E">
                        <a:satMod val="155000"/>
                      </a:srgbClr>
                    </a:gs>
                    <a:gs pos="100000">
                      <a:srgbClr val="A5644E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PRESENTASI RANCANGAN</a:t>
            </a:r>
            <a:endParaRPr lang="en-US" sz="3700" b="1" spc="50" dirty="0">
              <a:ln w="11430"/>
              <a:gradFill>
                <a:gsLst>
                  <a:gs pos="25000">
                    <a:srgbClr val="A5644E">
                      <a:satMod val="155000"/>
                    </a:srgbClr>
                  </a:gs>
                  <a:gs pos="100000">
                    <a:srgbClr val="A5644E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88817" y="2971800"/>
            <a:ext cx="838200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200" dirty="0" err="1"/>
              <a:t>Terdapat</a:t>
            </a:r>
            <a:r>
              <a:rPr lang="en-US" sz="2200" dirty="0"/>
              <a:t> </a:t>
            </a:r>
            <a:r>
              <a:rPr lang="en-US" sz="2200" dirty="0" err="1"/>
              <a:t>dua</a:t>
            </a:r>
            <a:r>
              <a:rPr lang="en-US" sz="2200" dirty="0"/>
              <a:t> </a:t>
            </a:r>
            <a:r>
              <a:rPr lang="en-US" sz="2200" dirty="0" err="1"/>
              <a:t>pihak</a:t>
            </a:r>
            <a:r>
              <a:rPr lang="en-US" sz="2200" dirty="0"/>
              <a:t> di </a:t>
            </a:r>
            <a:r>
              <a:rPr lang="en-US" sz="2200" dirty="0" err="1"/>
              <a:t>dalam</a:t>
            </a:r>
            <a:r>
              <a:rPr lang="en-US" sz="2200" dirty="0"/>
              <a:t> seminar </a:t>
            </a:r>
            <a:r>
              <a:rPr lang="en-US" sz="2200" dirty="0" err="1"/>
              <a:t>tersebut</a:t>
            </a:r>
            <a:r>
              <a:rPr lang="en-US" sz="2200" dirty="0"/>
              <a:t> yang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 smtClean="0"/>
              <a:t>memberikan</a:t>
            </a:r>
            <a:r>
              <a:rPr lang="en-US" sz="2200" dirty="0" smtClean="0"/>
              <a:t> </a:t>
            </a:r>
            <a:r>
              <a:rPr lang="en-US" sz="2200" dirty="0" err="1"/>
              <a:t>masukan</a:t>
            </a:r>
            <a:r>
              <a:rPr lang="en-US" sz="2200" dirty="0"/>
              <a:t>, </a:t>
            </a:r>
            <a:r>
              <a:rPr lang="en-US" sz="2200" dirty="0" err="1"/>
              <a:t>yaitu</a:t>
            </a:r>
            <a:r>
              <a:rPr lang="en-US" sz="2200" dirty="0"/>
              <a:t> </a:t>
            </a:r>
            <a:r>
              <a:rPr lang="en-US" sz="2200" dirty="0" err="1"/>
              <a:t>atasan</a:t>
            </a:r>
            <a:r>
              <a:rPr lang="en-US" sz="2200" dirty="0"/>
              <a:t> </a:t>
            </a:r>
            <a:r>
              <a:rPr lang="en-US" sz="2200" dirty="0" err="1"/>
              <a:t>peserta</a:t>
            </a:r>
            <a:r>
              <a:rPr lang="en-US" sz="2200" dirty="0"/>
              <a:t> </a:t>
            </a:r>
            <a:r>
              <a:rPr lang="en-US" sz="2200" dirty="0" err="1"/>
              <a:t>Diklat</a:t>
            </a:r>
            <a:r>
              <a:rPr lang="en-US" sz="2200" dirty="0"/>
              <a:t> </a:t>
            </a:r>
            <a:r>
              <a:rPr lang="en-US" sz="2200" dirty="0" err="1"/>
              <a:t>Prajabatan</a:t>
            </a:r>
            <a:r>
              <a:rPr lang="en-US" sz="2200" dirty="0"/>
              <a:t> </a:t>
            </a:r>
            <a:r>
              <a:rPr lang="en-US" sz="2200" dirty="0" smtClean="0"/>
              <a:t>(</a:t>
            </a:r>
            <a:r>
              <a:rPr lang="en-US" sz="2200" dirty="0"/>
              <a:t>Mentor)   </a:t>
            </a:r>
            <a:r>
              <a:rPr lang="en-US" sz="2200" dirty="0" err="1"/>
              <a:t>dan</a:t>
            </a:r>
            <a:r>
              <a:rPr lang="en-US" sz="2200" dirty="0"/>
              <a:t>   </a:t>
            </a:r>
            <a:r>
              <a:rPr lang="en-US" sz="2200" dirty="0" err="1"/>
              <a:t>Narasumber</a:t>
            </a:r>
            <a:r>
              <a:rPr lang="en-US" sz="2200" dirty="0"/>
              <a:t> (</a:t>
            </a:r>
            <a:r>
              <a:rPr lang="en-US" sz="2200" dirty="0" err="1"/>
              <a:t>Penguji</a:t>
            </a:r>
            <a:r>
              <a:rPr lang="en-US" sz="2200" dirty="0"/>
              <a:t>). </a:t>
            </a:r>
            <a:r>
              <a:rPr lang="en-US" sz="2200" dirty="0" err="1" smtClean="0"/>
              <a:t>Masing-masing</a:t>
            </a:r>
            <a:r>
              <a:rPr lang="en-US" sz="2200" dirty="0" smtClean="0"/>
              <a:t> </a:t>
            </a:r>
            <a:r>
              <a:rPr lang="en-US" sz="2200" dirty="0" err="1" smtClean="0"/>
              <a:t>disediakan</a:t>
            </a:r>
            <a:r>
              <a:rPr lang="en-US" sz="2200" dirty="0" smtClean="0"/>
              <a:t> </a:t>
            </a:r>
            <a:r>
              <a:rPr lang="en-US" sz="2200" dirty="0" err="1"/>
              <a:t>waktu</a:t>
            </a:r>
            <a:r>
              <a:rPr lang="en-US" sz="2200" dirty="0"/>
              <a:t> </a:t>
            </a:r>
            <a:r>
              <a:rPr lang="en-US" sz="2200" dirty="0" err="1"/>
              <a:t>selama</a:t>
            </a:r>
            <a:r>
              <a:rPr lang="en-US" sz="2200" dirty="0"/>
              <a:t> </a:t>
            </a:r>
            <a:r>
              <a:rPr lang="en-US" sz="2200" dirty="0" smtClean="0"/>
              <a:t>10 </a:t>
            </a:r>
            <a:r>
              <a:rPr lang="en-US" sz="2200" dirty="0" err="1"/>
              <a:t>menit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memberikan</a:t>
            </a:r>
            <a:r>
              <a:rPr lang="en-US" sz="2200" dirty="0"/>
              <a:t> </a:t>
            </a:r>
            <a:r>
              <a:rPr lang="en-US" sz="2200" dirty="0" err="1" smtClean="0"/>
              <a:t>masukan</a:t>
            </a:r>
            <a:r>
              <a:rPr lang="en-US" sz="2200" dirty="0"/>
              <a:t>.  </a:t>
            </a:r>
            <a:endParaRPr lang="en-US" sz="2200" dirty="0" smtClean="0"/>
          </a:p>
          <a:p>
            <a:pPr algn="just">
              <a:spcAft>
                <a:spcPts val="600"/>
              </a:spcAft>
            </a:pPr>
            <a:r>
              <a:rPr lang="en-US" sz="2200" dirty="0" smtClean="0"/>
              <a:t>Di  </a:t>
            </a:r>
            <a:r>
              <a:rPr lang="en-US" sz="2200" dirty="0" err="1"/>
              <a:t>samping</a:t>
            </a:r>
            <a:r>
              <a:rPr lang="en-US" sz="2200" dirty="0"/>
              <a:t>  </a:t>
            </a:r>
            <a:r>
              <a:rPr lang="en-US" sz="2200" dirty="0" err="1"/>
              <a:t>memberi</a:t>
            </a:r>
            <a:r>
              <a:rPr lang="en-US" sz="2200" dirty="0"/>
              <a:t>  </a:t>
            </a:r>
            <a:r>
              <a:rPr lang="en-US" sz="2200" dirty="0" err="1"/>
              <a:t>masukan</a:t>
            </a:r>
            <a:r>
              <a:rPr lang="en-US" sz="2200" dirty="0"/>
              <a:t>,  </a:t>
            </a:r>
            <a:r>
              <a:rPr lang="en-US" sz="2200" dirty="0" err="1"/>
              <a:t>Penguji</a:t>
            </a:r>
            <a:r>
              <a:rPr lang="en-US" sz="2200" dirty="0"/>
              <a:t>  </a:t>
            </a:r>
            <a:r>
              <a:rPr lang="en-US" sz="2200" dirty="0" err="1"/>
              <a:t>juga</a:t>
            </a:r>
            <a:r>
              <a:rPr lang="en-US" sz="2200" dirty="0"/>
              <a:t> </a:t>
            </a:r>
            <a:r>
              <a:rPr lang="en-US" sz="2200" dirty="0" err="1" smtClean="0"/>
              <a:t>bertugas</a:t>
            </a:r>
            <a:r>
              <a:rPr lang="en-US" sz="2200" dirty="0" smtClean="0"/>
              <a:t> </a:t>
            </a:r>
            <a:r>
              <a:rPr lang="en-US" sz="2200" dirty="0" err="1"/>
              <a:t>memberi</a:t>
            </a:r>
            <a:r>
              <a:rPr lang="en-US" sz="2200" dirty="0"/>
              <a:t> </a:t>
            </a:r>
            <a:r>
              <a:rPr lang="en-US" sz="2200" dirty="0" err="1"/>
              <a:t>penilaian</a:t>
            </a:r>
            <a:r>
              <a:rPr lang="en-US" sz="2200" dirty="0"/>
              <a:t> yang </a:t>
            </a:r>
            <a:r>
              <a:rPr lang="en-US" sz="2200" dirty="0" err="1"/>
              <a:t>bersifat</a:t>
            </a:r>
            <a:r>
              <a:rPr lang="en-US" sz="2200" dirty="0"/>
              <a:t> </a:t>
            </a:r>
            <a:r>
              <a:rPr lang="en-US" sz="2200" dirty="0" err="1"/>
              <a:t>kuantitatif</a:t>
            </a:r>
            <a:r>
              <a:rPr lang="en-US" sz="2200" dirty="0"/>
              <a:t> </a:t>
            </a:r>
            <a:r>
              <a:rPr lang="en-US" sz="2200" dirty="0" err="1"/>
              <a:t>sesuai</a:t>
            </a:r>
            <a:r>
              <a:rPr lang="en-US" sz="2200" dirty="0"/>
              <a:t> </a:t>
            </a:r>
            <a:r>
              <a:rPr lang="en-US" sz="2200" dirty="0" err="1" smtClean="0"/>
              <a:t>pedoman</a:t>
            </a:r>
            <a:r>
              <a:rPr lang="en-US" sz="2200" dirty="0" smtClean="0"/>
              <a:t> </a:t>
            </a:r>
            <a:r>
              <a:rPr lang="en-US" sz="2200" dirty="0"/>
              <a:t>yang </a:t>
            </a:r>
            <a:r>
              <a:rPr lang="en-US" sz="2200" dirty="0" err="1"/>
              <a:t>telah</a:t>
            </a:r>
            <a:r>
              <a:rPr lang="en-US" sz="2200" dirty="0"/>
              <a:t> </a:t>
            </a:r>
            <a:r>
              <a:rPr lang="en-US" sz="2200" dirty="0" err="1" smtClean="0"/>
              <a:t>ditetapkan</a:t>
            </a:r>
            <a:endParaRPr lang="en-US" sz="2200" dirty="0" smtClean="0"/>
          </a:p>
          <a:p>
            <a:pPr algn="just">
              <a:spcAft>
                <a:spcPts val="600"/>
              </a:spcAft>
            </a:pPr>
            <a:r>
              <a:rPr lang="en-US" sz="2200" dirty="0" smtClean="0"/>
              <a:t>Mentor </a:t>
            </a:r>
            <a:r>
              <a:rPr lang="en-US" sz="2200" dirty="0" err="1"/>
              <a:t>dan</a:t>
            </a:r>
            <a:r>
              <a:rPr lang="en-US" sz="2200" dirty="0"/>
              <a:t> coach </a:t>
            </a:r>
            <a:r>
              <a:rPr lang="en-US" sz="2200" dirty="0" err="1"/>
              <a:t>bertugas</a:t>
            </a:r>
            <a:r>
              <a:rPr lang="en-US" sz="2200" dirty="0"/>
              <a:t> </a:t>
            </a:r>
            <a:r>
              <a:rPr lang="en-US" sz="2200" dirty="0" err="1"/>
              <a:t>memberi</a:t>
            </a:r>
            <a:r>
              <a:rPr lang="en-US" sz="2200" dirty="0"/>
              <a:t> </a:t>
            </a:r>
            <a:r>
              <a:rPr lang="en-US" sz="2200" dirty="0" err="1"/>
              <a:t>penilaian</a:t>
            </a:r>
            <a:r>
              <a:rPr lang="en-US" sz="2200" dirty="0"/>
              <a:t> </a:t>
            </a:r>
            <a:r>
              <a:rPr lang="en-US" sz="2200" dirty="0" err="1"/>
              <a:t>bersifat</a:t>
            </a:r>
            <a:r>
              <a:rPr lang="en-US" sz="2200" dirty="0"/>
              <a:t> </a:t>
            </a:r>
            <a:r>
              <a:rPr lang="en-US" sz="2200" dirty="0" err="1"/>
              <a:t>deskriptif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542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5800" y="1752600"/>
            <a:ext cx="7467599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 smtClean="0"/>
              <a:t>Penyaji</a:t>
            </a:r>
            <a:r>
              <a:rPr lang="en-US" sz="2800" dirty="0" smtClean="0"/>
              <a:t>/presenter </a:t>
            </a:r>
            <a:r>
              <a:rPr lang="en-US" sz="2800" dirty="0" err="1" smtClean="0"/>
              <a:t>adalah</a:t>
            </a:r>
            <a:r>
              <a:rPr lang="en-US" sz="2800" dirty="0" smtClean="0"/>
              <a:t> </a:t>
            </a:r>
            <a:r>
              <a:rPr lang="en-US" sz="2800" dirty="0" err="1" smtClean="0"/>
              <a:t>peserta</a:t>
            </a:r>
            <a:r>
              <a:rPr lang="en-US" sz="2800" dirty="0" smtClean="0"/>
              <a:t>;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/>
              <a:t>Pendengar</a:t>
            </a:r>
            <a:r>
              <a:rPr lang="en-US" sz="2800" dirty="0"/>
              <a:t> (</a:t>
            </a:r>
            <a:r>
              <a:rPr lang="en-US" sz="2800" i="1" dirty="0"/>
              <a:t>Audience</a:t>
            </a:r>
            <a:r>
              <a:rPr lang="en-US" sz="2800" dirty="0" smtClean="0"/>
              <a:t>)</a:t>
            </a:r>
            <a:r>
              <a:rPr lang="id-ID" sz="2800" dirty="0" smtClean="0"/>
              <a:t> adalah peserta lain</a:t>
            </a:r>
            <a:r>
              <a:rPr lang="en-US" sz="2800" dirty="0" smtClean="0"/>
              <a:t>;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i="1" dirty="0" smtClean="0"/>
              <a:t>Coach</a:t>
            </a:r>
            <a:r>
              <a:rPr lang="id-ID" sz="2800" i="1" dirty="0" smtClean="0"/>
              <a:t> </a:t>
            </a:r>
            <a:r>
              <a:rPr lang="id-ID" sz="2800" dirty="0" smtClean="0"/>
              <a:t>selaku </a:t>
            </a:r>
            <a:r>
              <a:rPr lang="en-US" sz="2800" dirty="0" smtClean="0"/>
              <a:t>Moderator;</a:t>
            </a:r>
            <a:endParaRPr lang="id-ID" sz="2800" dirty="0" smtClean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id-ID" sz="2800" dirty="0" smtClean="0"/>
              <a:t>Narasumber selaku Penguji </a:t>
            </a:r>
            <a:r>
              <a:rPr lang="id-ID" sz="2800" dirty="0" smtClean="0">
                <a:latin typeface="Times New Roman" pitchFamily="18" charset="0"/>
                <a:cs typeface="Times New Roman" pitchFamily="18" charset="0"/>
              </a:rPr>
              <a:t>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id-ID" sz="2800" dirty="0" smtClean="0"/>
              <a:t>Atasan langsung selaku Mentor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295400" y="228600"/>
            <a:ext cx="6721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>
                <a:solidFill>
                  <a:srgbClr val="FFFF00"/>
                </a:solidFill>
              </a:rPr>
              <a:t>Komponen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</a:rPr>
              <a:t>dalam</a:t>
            </a:r>
            <a:r>
              <a:rPr lang="en-US" sz="3200" dirty="0" smtClean="0">
                <a:solidFill>
                  <a:srgbClr val="FFFF00"/>
                </a:solidFill>
              </a:rPr>
              <a:t>  Acara </a:t>
            </a:r>
            <a:r>
              <a:rPr lang="en-US" sz="3200" dirty="0" err="1" smtClean="0">
                <a:solidFill>
                  <a:srgbClr val="FFFF00"/>
                </a:solidFill>
              </a:rPr>
              <a:t>Presentasi</a:t>
            </a:r>
            <a:endParaRPr 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70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43897" y="1447800"/>
            <a:ext cx="769620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dirty="0"/>
              <a:t> </a:t>
            </a:r>
            <a:endParaRPr lang="en-US" dirty="0"/>
          </a:p>
          <a:p>
            <a:r>
              <a:rPr lang="en-GB" dirty="0" err="1"/>
              <a:t>Komponen</a:t>
            </a:r>
            <a:r>
              <a:rPr lang="en-GB" dirty="0"/>
              <a:t> </a:t>
            </a:r>
            <a:r>
              <a:rPr lang="en-GB" dirty="0" err="1"/>
              <a:t>utama</a:t>
            </a:r>
            <a:r>
              <a:rPr lang="en-GB" dirty="0"/>
              <a:t> </a:t>
            </a:r>
            <a:r>
              <a:rPr lang="en-GB" dirty="0" err="1"/>
              <a:t>yg</a:t>
            </a:r>
            <a:r>
              <a:rPr lang="en-GB" dirty="0"/>
              <a:t> </a:t>
            </a:r>
            <a:r>
              <a:rPr lang="en-GB" dirty="0" err="1"/>
              <a:t>dipresentasikan</a:t>
            </a:r>
            <a:r>
              <a:rPr lang="en-GB" dirty="0"/>
              <a:t> </a:t>
            </a:r>
            <a:r>
              <a:rPr lang="en-GB" dirty="0" err="1"/>
              <a:t>adalah</a:t>
            </a:r>
            <a:r>
              <a:rPr lang="en-GB" dirty="0"/>
              <a:t>: </a:t>
            </a:r>
            <a:endParaRPr lang="en-US" dirty="0"/>
          </a:p>
          <a:p>
            <a:r>
              <a:rPr lang="id-ID" dirty="0"/>
              <a:t> </a:t>
            </a:r>
            <a:endParaRPr lang="en-US" dirty="0"/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id-ID" dirty="0"/>
              <a:t>Pembukaan (Perkenalan + Tempat aktualisasi)</a:t>
            </a:r>
            <a:endParaRPr lang="en-US" dirty="0"/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GB" dirty="0" err="1"/>
              <a:t>Kegiatan-kegiatan</a:t>
            </a:r>
            <a:r>
              <a:rPr lang="en-GB" dirty="0"/>
              <a:t> </a:t>
            </a:r>
            <a:r>
              <a:rPr lang="en-GB" dirty="0" err="1"/>
              <a:t>yg</a:t>
            </a:r>
            <a:r>
              <a:rPr lang="en-GB" dirty="0"/>
              <a:t> </a:t>
            </a:r>
            <a:r>
              <a:rPr lang="en-GB" dirty="0" err="1"/>
              <a:t>akan</a:t>
            </a:r>
            <a:r>
              <a:rPr lang="en-GB" dirty="0"/>
              <a:t> </a:t>
            </a:r>
            <a:r>
              <a:rPr lang="en-GB" dirty="0" err="1"/>
              <a:t>dilaksanakan</a:t>
            </a:r>
            <a:r>
              <a:rPr lang="id-ID" dirty="0"/>
              <a:t> serta keterkaitannya dengan </a:t>
            </a:r>
            <a:r>
              <a:rPr lang="en-GB" dirty="0" err="1"/>
              <a:t>Nilai-nilai</a:t>
            </a:r>
            <a:r>
              <a:rPr lang="en-GB" dirty="0"/>
              <a:t> </a:t>
            </a:r>
            <a:r>
              <a:rPr lang="en-GB" dirty="0" err="1"/>
              <a:t>dasar</a:t>
            </a:r>
            <a:r>
              <a:rPr lang="en-GB" dirty="0"/>
              <a:t> </a:t>
            </a:r>
            <a:r>
              <a:rPr lang="id-ID" dirty="0"/>
              <a:t>PNS (</a:t>
            </a:r>
            <a:r>
              <a:rPr lang="id-ID"/>
              <a:t>Formulir </a:t>
            </a:r>
            <a:r>
              <a:rPr lang="en-AU" smtClean="0"/>
              <a:t>1</a:t>
            </a:r>
            <a:r>
              <a:rPr lang="id-ID" smtClean="0"/>
              <a:t>)</a:t>
            </a:r>
            <a:endParaRPr lang="en-US" dirty="0"/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id-ID" dirty="0"/>
              <a:t>Jadwal Implementasi</a:t>
            </a:r>
            <a:r>
              <a:rPr lang="en-GB" dirty="0"/>
              <a:t> </a:t>
            </a:r>
            <a:r>
              <a:rPr lang="en-GB" dirty="0" err="1"/>
              <a:t>kegiatan</a:t>
            </a:r>
            <a:r>
              <a:rPr lang="id-ID" dirty="0"/>
              <a:t> dan target output</a:t>
            </a:r>
            <a:r>
              <a:rPr lang="en-GB" dirty="0"/>
              <a:t>.</a:t>
            </a:r>
            <a:endParaRPr lang="en-US" dirty="0"/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id-ID" dirty="0"/>
              <a:t>Kendala dan Antisipasi</a:t>
            </a:r>
            <a:r>
              <a:rPr lang="en-GB" dirty="0"/>
              <a:t>.</a:t>
            </a:r>
            <a:endParaRPr lang="en-US" dirty="0"/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id-ID" dirty="0"/>
              <a:t>Jadwal Konsultasi</a:t>
            </a:r>
            <a:endParaRPr lang="en-US" dirty="0"/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id-ID" dirty="0"/>
              <a:t>Penutup (Ucapan Terima Kasih)</a:t>
            </a:r>
            <a:endParaRPr lang="en-US" dirty="0"/>
          </a:p>
          <a:p>
            <a:r>
              <a:rPr lang="id-ID" b="1" dirty="0"/>
              <a:t> 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524000" y="228600"/>
            <a:ext cx="57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</a:t>
            </a:r>
            <a:r>
              <a:rPr lang="id-ID" b="1" dirty="0">
                <a:solidFill>
                  <a:srgbClr val="FFFF00"/>
                </a:solidFill>
              </a:rPr>
              <a:t>RESENTASI RANCANGAN AKTUALISASI</a:t>
            </a:r>
            <a:endParaRPr lang="en-US" dirty="0">
              <a:solidFill>
                <a:srgbClr val="FFFF00"/>
              </a:solidFill>
            </a:endParaRP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(</a:t>
            </a:r>
            <a:r>
              <a:rPr lang="en-US" b="1" dirty="0" err="1">
                <a:solidFill>
                  <a:srgbClr val="FFFF00"/>
                </a:solidFill>
              </a:rPr>
              <a:t>Waktu</a:t>
            </a:r>
            <a:r>
              <a:rPr lang="en-US" b="1" dirty="0">
                <a:solidFill>
                  <a:srgbClr val="FFFF00"/>
                </a:solidFill>
              </a:rPr>
              <a:t> 15 </a:t>
            </a:r>
            <a:r>
              <a:rPr lang="en-US" b="1" dirty="0" err="1">
                <a:solidFill>
                  <a:srgbClr val="FFFF00"/>
                </a:solidFill>
              </a:rPr>
              <a:t>menit</a:t>
            </a:r>
            <a:r>
              <a:rPr lang="en-US" b="1" dirty="0">
                <a:solidFill>
                  <a:srgbClr val="FFFF00"/>
                </a:solidFill>
              </a:rPr>
              <a:t>)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73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228600"/>
            <a:ext cx="56132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>
                <a:solidFill>
                  <a:srgbClr val="FFFF00"/>
                </a:solidFill>
              </a:rPr>
              <a:t>Pengaturan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</a:rPr>
              <a:t>Waktu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err="1" smtClean="0">
                <a:solidFill>
                  <a:srgbClr val="FFFF00"/>
                </a:solidFill>
              </a:rPr>
              <a:t>Presentasi</a:t>
            </a:r>
            <a:endParaRPr lang="en-US" sz="3200" dirty="0">
              <a:solidFill>
                <a:srgbClr val="FFFF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930671"/>
              </p:ext>
            </p:extLst>
          </p:nvPr>
        </p:nvGraphicFramePr>
        <p:xfrm>
          <a:off x="838199" y="1828801"/>
          <a:ext cx="7178722" cy="2362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55825"/>
                <a:gridCol w="4505879"/>
                <a:gridCol w="1917018"/>
              </a:tblGrid>
              <a:tr h="6095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r>
                        <a:rPr lang="en-US" sz="2000" dirty="0">
                          <a:effectLst/>
                        </a:rPr>
                        <a:t>1.</a:t>
                      </a:r>
                      <a:endParaRPr lang="en-US" sz="2400" b="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r>
                        <a:rPr lang="en-US" sz="2000" dirty="0" err="1">
                          <a:effectLst/>
                        </a:rPr>
                        <a:t>Penyajian</a:t>
                      </a:r>
                      <a:r>
                        <a:rPr lang="en-US" sz="2000" dirty="0">
                          <a:effectLst/>
                        </a:rPr>
                        <a:t>	</a:t>
                      </a:r>
                      <a:endParaRPr lang="en-US" sz="2400" b="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r>
                        <a:rPr lang="id-ID" sz="2000" smtClean="0">
                          <a:effectLst/>
                        </a:rPr>
                        <a:t>1</a:t>
                      </a:r>
                      <a:r>
                        <a:rPr lang="en-US" sz="2000" smtClean="0">
                          <a:effectLst/>
                        </a:rPr>
                        <a:t>0 </a:t>
                      </a:r>
                      <a:r>
                        <a:rPr lang="en-US" sz="2000" dirty="0" err="1">
                          <a:effectLst/>
                        </a:rPr>
                        <a:t>menit</a:t>
                      </a:r>
                      <a:endParaRPr lang="en-US" sz="2400" b="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095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r>
                        <a:rPr lang="en-US" sz="2000" dirty="0">
                          <a:effectLst/>
                        </a:rPr>
                        <a:t>2.</a:t>
                      </a:r>
                      <a:endParaRPr lang="en-US" sz="24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r>
                        <a:rPr lang="id-ID" sz="20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Penguji</a:t>
                      </a:r>
                      <a:r>
                        <a:rPr lang="id-ID" sz="20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I dan </a:t>
                      </a:r>
                      <a:r>
                        <a:rPr lang="en-US" sz="20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Moderator</a:t>
                      </a:r>
                      <a:endParaRPr lang="en-US" sz="24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r>
                        <a:rPr lang="en-US" sz="2000" smtClean="0">
                          <a:effectLst/>
                        </a:rPr>
                        <a:t>15 </a:t>
                      </a:r>
                      <a:r>
                        <a:rPr lang="en-US" sz="2000" dirty="0" err="1">
                          <a:effectLst/>
                        </a:rPr>
                        <a:t>menit</a:t>
                      </a:r>
                      <a:endParaRPr lang="en-US" sz="24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096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r>
                        <a:rPr lang="en-US" sz="2000" dirty="0">
                          <a:effectLst/>
                        </a:rPr>
                        <a:t>3.</a:t>
                      </a:r>
                      <a:endParaRPr lang="en-US" sz="24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r>
                        <a:rPr lang="id-ID" sz="2000" dirty="0" smtClean="0">
                          <a:effectLst/>
                        </a:rPr>
                        <a:t>Mentor</a:t>
                      </a:r>
                      <a:endParaRPr lang="en-US" sz="24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r>
                        <a:rPr lang="en-US" sz="2000" smtClean="0">
                          <a:effectLst/>
                        </a:rPr>
                        <a:t>15 </a:t>
                      </a:r>
                      <a:r>
                        <a:rPr lang="en-US" sz="2000" dirty="0" err="1">
                          <a:effectLst/>
                        </a:rPr>
                        <a:t>menit</a:t>
                      </a:r>
                      <a:endParaRPr lang="en-US" sz="24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33271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r>
                        <a:rPr lang="id-ID" sz="2000" b="1" dirty="0" smtClean="0">
                          <a:effectLst/>
                        </a:rPr>
                        <a:t>Jumlah</a:t>
                      </a:r>
                      <a:endParaRPr lang="en-US" sz="2000" b="1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endParaRPr lang="en-US" sz="2000" b="1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</a:tabLst>
                      </a:pPr>
                      <a:r>
                        <a:rPr lang="id-ID" sz="2000" b="1" smtClean="0">
                          <a:effectLst/>
                        </a:rPr>
                        <a:t>4</a:t>
                      </a:r>
                      <a:r>
                        <a:rPr lang="en-US" sz="2000" b="1" smtClean="0">
                          <a:effectLst/>
                        </a:rPr>
                        <a:t>0</a:t>
                      </a:r>
                      <a:r>
                        <a:rPr lang="id-ID" sz="2000" b="1" baseline="0" smtClean="0">
                          <a:effectLst/>
                        </a:rPr>
                        <a:t> </a:t>
                      </a:r>
                      <a:r>
                        <a:rPr lang="id-ID" sz="2000" b="1" baseline="0" dirty="0" smtClean="0">
                          <a:effectLst/>
                        </a:rPr>
                        <a:t>menit</a:t>
                      </a:r>
                      <a:endParaRPr lang="en-US" sz="2000" b="1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68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0200" y="380999"/>
            <a:ext cx="60226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 err="1">
                <a:solidFill>
                  <a:srgbClr val="FFFF00"/>
                </a:solidFill>
              </a:rPr>
              <a:t>Penyempurnaan</a:t>
            </a:r>
            <a:r>
              <a:rPr lang="en-US" sz="2400" b="1" dirty="0">
                <a:solidFill>
                  <a:srgbClr val="FFFF00"/>
                </a:solidFill>
              </a:rPr>
              <a:t> </a:t>
            </a:r>
            <a:r>
              <a:rPr lang="en-US" sz="2400" b="1" dirty="0" err="1">
                <a:solidFill>
                  <a:srgbClr val="FFFF00"/>
                </a:solidFill>
              </a:rPr>
              <a:t>Rancangan</a:t>
            </a:r>
            <a:r>
              <a:rPr lang="en-US" sz="2400" b="1" dirty="0">
                <a:solidFill>
                  <a:srgbClr val="FFFF00"/>
                </a:solidFill>
              </a:rPr>
              <a:t> </a:t>
            </a:r>
            <a:r>
              <a:rPr lang="en-US" sz="2400" b="1" dirty="0" err="1">
                <a:solidFill>
                  <a:srgbClr val="FFFF00"/>
                </a:solidFill>
              </a:rPr>
              <a:t>Aktualisasi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1397675"/>
            <a:ext cx="78486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 err="1"/>
              <a:t>Masukan-masukan</a:t>
            </a:r>
            <a:r>
              <a:rPr lang="en-US" sz="2000" dirty="0"/>
              <a:t> yang </a:t>
            </a:r>
            <a:r>
              <a:rPr lang="en-US" sz="2000" dirty="0" err="1" smtClean="0"/>
              <a:t>diperoleh</a:t>
            </a:r>
            <a:r>
              <a:rPr lang="en-US" sz="2000" dirty="0" smtClean="0"/>
              <a:t> </a:t>
            </a:r>
            <a:r>
              <a:rPr lang="en-US" sz="2000" dirty="0" err="1"/>
              <a:t>sewaktu</a:t>
            </a:r>
            <a:r>
              <a:rPr lang="en-US" sz="2000" dirty="0"/>
              <a:t> seminar </a:t>
            </a:r>
            <a:r>
              <a:rPr lang="en-US" sz="2000" dirty="0" err="1"/>
              <a:t>rancangan</a:t>
            </a:r>
            <a:r>
              <a:rPr lang="en-US" sz="2000" dirty="0"/>
              <a:t> </a:t>
            </a:r>
            <a:r>
              <a:rPr lang="en-US" sz="2000" dirty="0" err="1"/>
              <a:t>aktualisasi</a:t>
            </a:r>
            <a:r>
              <a:rPr lang="en-US" sz="2000" dirty="0"/>
              <a:t> </a:t>
            </a:r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dirty="0" err="1" smtClean="0"/>
              <a:t>ditindaklanjuti</a:t>
            </a:r>
            <a:r>
              <a:rPr lang="en-US" sz="2000" dirty="0" smtClean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penyempurnaan</a:t>
            </a:r>
            <a:r>
              <a:rPr lang="en-US" sz="2000" dirty="0"/>
              <a:t> </a:t>
            </a:r>
            <a:r>
              <a:rPr lang="en-US" sz="2000" dirty="0" err="1"/>
              <a:t>terhadap</a:t>
            </a:r>
            <a:r>
              <a:rPr lang="en-US" sz="2000" dirty="0"/>
              <a:t> </a:t>
            </a:r>
            <a:r>
              <a:rPr lang="en-US" sz="2000" dirty="0" err="1"/>
              <a:t>rancangan</a:t>
            </a:r>
            <a:r>
              <a:rPr lang="en-US" sz="2000" dirty="0"/>
              <a:t> </a:t>
            </a:r>
            <a:r>
              <a:rPr lang="en-US" sz="2000" dirty="0" err="1" smtClean="0"/>
              <a:t>aktualisasi</a:t>
            </a:r>
            <a:r>
              <a:rPr lang="en-US" sz="20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 smtClean="0"/>
              <a:t>Peserta</a:t>
            </a:r>
            <a:r>
              <a:rPr lang="en-US" sz="2000" dirty="0" smtClean="0"/>
              <a:t> </a:t>
            </a:r>
            <a:r>
              <a:rPr lang="en-US" sz="2000" dirty="0" err="1" smtClean="0"/>
              <a:t>diberi</a:t>
            </a:r>
            <a:r>
              <a:rPr lang="en-US" sz="2000" dirty="0" smtClean="0"/>
              <a:t> </a:t>
            </a:r>
            <a:r>
              <a:rPr lang="en-US" sz="2000" dirty="0" err="1"/>
              <a:t>waktu</a:t>
            </a:r>
            <a:r>
              <a:rPr lang="en-US" sz="2000" dirty="0"/>
              <a:t> </a:t>
            </a:r>
            <a:r>
              <a:rPr lang="en-US" sz="2000" dirty="0" err="1"/>
              <a:t>selama</a:t>
            </a:r>
            <a:r>
              <a:rPr lang="en-US" sz="2000" dirty="0"/>
              <a:t> 1 </a:t>
            </a:r>
            <a:r>
              <a:rPr lang="en-US" sz="2000" dirty="0" err="1"/>
              <a:t>hari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dirty="0" err="1"/>
              <a:t>penyempurnaan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. </a:t>
            </a: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000" dirty="0" err="1" smtClean="0"/>
              <a:t>Dalam</a:t>
            </a:r>
            <a:r>
              <a:rPr lang="en-US" sz="2000" dirty="0" smtClean="0"/>
              <a:t> </a:t>
            </a:r>
            <a:r>
              <a:rPr lang="en-US" sz="2000" dirty="0"/>
              <a:t>masa </a:t>
            </a:r>
            <a:r>
              <a:rPr lang="en-US" sz="2000" dirty="0" err="1" smtClean="0"/>
              <a:t>penyempurnaan</a:t>
            </a:r>
            <a:r>
              <a:rPr lang="en-US" sz="2000" dirty="0" smtClean="0"/>
              <a:t>, </a:t>
            </a:r>
            <a:r>
              <a:rPr lang="en-US" sz="2000" dirty="0" err="1" smtClean="0"/>
              <a:t>dibimbing</a:t>
            </a:r>
            <a:r>
              <a:rPr lang="en-US" sz="2000" dirty="0" smtClean="0"/>
              <a:t> </a:t>
            </a:r>
            <a:r>
              <a:rPr lang="en-US" sz="2000" dirty="0" err="1" smtClean="0"/>
              <a:t>oleh</a:t>
            </a:r>
            <a:r>
              <a:rPr lang="en-US" sz="2000" dirty="0" smtClean="0"/>
              <a:t> </a:t>
            </a:r>
            <a:r>
              <a:rPr lang="en-US" sz="2000" i="1" dirty="0"/>
              <a:t>Coach</a:t>
            </a:r>
            <a:r>
              <a:rPr lang="en-US" sz="20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 smtClean="0"/>
              <a:t>Rancangan</a:t>
            </a:r>
            <a:r>
              <a:rPr lang="en-US" sz="2000" dirty="0" smtClean="0"/>
              <a:t> </a:t>
            </a:r>
            <a:r>
              <a:rPr lang="en-US" sz="2000" dirty="0" err="1"/>
              <a:t>aktualisasi</a:t>
            </a:r>
            <a:r>
              <a:rPr lang="en-US" sz="2000" dirty="0"/>
              <a:t> </a:t>
            </a:r>
            <a:r>
              <a:rPr lang="en-US" sz="2000" dirty="0" smtClean="0"/>
              <a:t>yang </a:t>
            </a:r>
            <a:r>
              <a:rPr lang="en-US" sz="2000" dirty="0" err="1" smtClean="0"/>
              <a:t>telah</a:t>
            </a:r>
            <a:r>
              <a:rPr lang="en-US" sz="2000" dirty="0" smtClean="0"/>
              <a:t> </a:t>
            </a:r>
            <a:r>
              <a:rPr lang="en-US" sz="2000" dirty="0" err="1"/>
              <a:t>selesai</a:t>
            </a:r>
            <a:r>
              <a:rPr lang="en-US" sz="2000" dirty="0"/>
              <a:t> </a:t>
            </a:r>
            <a:r>
              <a:rPr lang="en-US" sz="2000" dirty="0" err="1" smtClean="0"/>
              <a:t>harus</a:t>
            </a:r>
            <a:r>
              <a:rPr lang="en-US" sz="2000" dirty="0" smtClean="0"/>
              <a:t> </a:t>
            </a:r>
            <a:r>
              <a:rPr lang="en-US" sz="2000" dirty="0" err="1" smtClean="0"/>
              <a:t>ditandai</a:t>
            </a:r>
            <a:r>
              <a:rPr lang="en-US" sz="2000" dirty="0" smtClean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persetujuan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id-ID" sz="2000" dirty="0" smtClean="0"/>
              <a:t>Penguji dan </a:t>
            </a:r>
            <a:r>
              <a:rPr lang="en-US" sz="2000" i="1" dirty="0" smtClean="0"/>
              <a:t>Coach</a:t>
            </a:r>
            <a:r>
              <a:rPr lang="en-US" sz="20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 smtClean="0"/>
              <a:t>Rancangan</a:t>
            </a:r>
            <a:r>
              <a:rPr lang="en-US" sz="2000" dirty="0" smtClean="0"/>
              <a:t> </a:t>
            </a:r>
            <a:r>
              <a:rPr lang="en-US" sz="2000" dirty="0" err="1"/>
              <a:t>aktualisasi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dokumen</a:t>
            </a:r>
            <a:r>
              <a:rPr lang="en-US" sz="2000" dirty="0"/>
              <a:t> yang </a:t>
            </a:r>
            <a:r>
              <a:rPr lang="en-US" sz="2000" dirty="0" err="1"/>
              <a:t>mengikat</a:t>
            </a:r>
            <a:r>
              <a:rPr lang="en-US" sz="2000" dirty="0"/>
              <a:t> </a:t>
            </a:r>
            <a:r>
              <a:rPr lang="en-US" sz="2000" dirty="0" err="1" smtClean="0"/>
              <a:t>peserta</a:t>
            </a:r>
            <a:r>
              <a:rPr lang="en-US" sz="2000" dirty="0" smtClean="0"/>
              <a:t>, </a:t>
            </a:r>
            <a:r>
              <a:rPr lang="en-US" sz="2000" dirty="0" err="1"/>
              <a:t>Penyelenggara</a:t>
            </a:r>
            <a:r>
              <a:rPr lang="en-US" sz="2000" dirty="0"/>
              <a:t>, Coach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smtClean="0"/>
              <a:t>Mentor, </a:t>
            </a:r>
            <a:r>
              <a:rPr lang="en-US" sz="2000" dirty="0" err="1" smtClean="0"/>
              <a:t>sebagai</a:t>
            </a:r>
            <a:r>
              <a:rPr lang="en-US" sz="2000" dirty="0" smtClean="0"/>
              <a:t> </a:t>
            </a:r>
            <a:r>
              <a:rPr lang="en-US" sz="2000" dirty="0" err="1" smtClean="0"/>
              <a:t>acuan</a:t>
            </a:r>
            <a:r>
              <a:rPr lang="en-US" sz="2000" dirty="0" smtClean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menilai</a:t>
            </a:r>
            <a:r>
              <a:rPr lang="en-US" sz="2000" dirty="0"/>
              <a:t> </a:t>
            </a:r>
            <a:r>
              <a:rPr lang="en-US" sz="2000" dirty="0" err="1"/>
              <a:t>berhasil</a:t>
            </a:r>
            <a:r>
              <a:rPr lang="en-US" sz="2000" dirty="0"/>
              <a:t> </a:t>
            </a:r>
            <a:r>
              <a:rPr lang="en-US" sz="2000" dirty="0" err="1"/>
              <a:t>tidaknya</a:t>
            </a:r>
            <a:r>
              <a:rPr lang="en-US" sz="2000" dirty="0"/>
              <a:t> </a:t>
            </a:r>
            <a:r>
              <a:rPr lang="en-US" sz="2000" dirty="0" err="1" smtClean="0"/>
              <a:t>peserta</a:t>
            </a:r>
            <a:r>
              <a:rPr lang="en-US" sz="2000" dirty="0" smtClean="0"/>
              <a:t> </a:t>
            </a:r>
            <a:r>
              <a:rPr lang="en-US" sz="2000" dirty="0" err="1" smtClean="0"/>
              <a:t>dalam</a:t>
            </a:r>
            <a:r>
              <a:rPr lang="en-US" sz="2000" dirty="0" smtClean="0"/>
              <a:t> </a:t>
            </a:r>
            <a:r>
              <a:rPr lang="en-US" sz="2000" dirty="0" err="1" smtClean="0"/>
              <a:t>tahap</a:t>
            </a:r>
            <a:r>
              <a:rPr lang="en-US" sz="2000" dirty="0" smtClean="0"/>
              <a:t> </a:t>
            </a:r>
            <a:r>
              <a:rPr lang="en-US" sz="2000" dirty="0" err="1" smtClean="0"/>
              <a:t>aktualisasi</a:t>
            </a:r>
            <a:r>
              <a:rPr lang="en-US" sz="2000" dirty="0" smtClean="0"/>
              <a:t> </a:t>
            </a:r>
            <a:r>
              <a:rPr lang="en-US" sz="2000" dirty="0"/>
              <a:t>di </a:t>
            </a:r>
            <a:r>
              <a:rPr lang="en-US" sz="2000" dirty="0" err="1"/>
              <a:t>tempat</a:t>
            </a:r>
            <a:r>
              <a:rPr lang="en-US" sz="2000" dirty="0"/>
              <a:t> </a:t>
            </a:r>
            <a:r>
              <a:rPr lang="en-US" sz="2000" dirty="0" err="1"/>
              <a:t>tugas</a:t>
            </a:r>
            <a:r>
              <a:rPr lang="en-US" sz="2000" dirty="0"/>
              <a:t>/</a:t>
            </a:r>
            <a:r>
              <a:rPr lang="en-US" sz="2000" dirty="0" err="1"/>
              <a:t>tempat</a:t>
            </a:r>
            <a:r>
              <a:rPr lang="en-US" sz="2000" dirty="0"/>
              <a:t> </a:t>
            </a:r>
            <a:r>
              <a:rPr lang="en-US" sz="2000" dirty="0" err="1"/>
              <a:t>magang</a:t>
            </a:r>
            <a:r>
              <a:rPr lang="en-US" sz="2000" dirty="0"/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3468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239</Words>
  <Application>Microsoft Office PowerPoint</Application>
  <PresentationFormat>On-screen Show (4:3)</PresentationFormat>
  <Paragraphs>44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Diseño predeterminado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BPS</dc:creator>
  <cp:lastModifiedBy>Pusdiklat BPS</cp:lastModifiedBy>
  <cp:revision>12</cp:revision>
  <dcterms:created xsi:type="dcterms:W3CDTF">2014-12-11T03:51:09Z</dcterms:created>
  <dcterms:modified xsi:type="dcterms:W3CDTF">2016-07-19T02:29:26Z</dcterms:modified>
</cp:coreProperties>
</file>