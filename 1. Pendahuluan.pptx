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9" r:id="rId3"/>
    <p:sldId id="257" r:id="rId4"/>
    <p:sldId id="260" r:id="rId5"/>
    <p:sldId id="256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89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C7B102-A147-42E0-83A1-930F3BE3DFEF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</dgm:pt>
    <dgm:pt modelId="{9A2682E0-1605-46F3-93B5-C627A6A9B4F8}">
      <dgm:prSet phldrT="[Text]"/>
      <dgm:spPr/>
      <dgm:t>
        <a:bodyPr/>
        <a:lstStyle/>
        <a:p>
          <a:r>
            <a:rPr lang="id-ID" b="1" dirty="0" smtClean="0"/>
            <a:t>Tahap I</a:t>
          </a:r>
          <a:r>
            <a:rPr lang="en-US" b="1" dirty="0" smtClean="0"/>
            <a:t> (</a:t>
          </a:r>
          <a:r>
            <a:rPr lang="en-US" b="1" i="1" dirty="0" smtClean="0"/>
            <a:t>On Campus</a:t>
          </a:r>
          <a:r>
            <a:rPr lang="en-US" b="1" dirty="0" smtClean="0"/>
            <a:t>)</a:t>
          </a:r>
          <a:r>
            <a:rPr lang="id-ID" b="1" dirty="0" smtClean="0"/>
            <a:t>: </a:t>
          </a:r>
          <a:endParaRPr lang="en-US" b="1" dirty="0" smtClean="0"/>
        </a:p>
        <a:p>
          <a:r>
            <a:rPr lang="en-US" b="1" baseline="0" dirty="0" err="1" smtClean="0"/>
            <a:t>Internalisasi</a:t>
          </a:r>
          <a:r>
            <a:rPr lang="en-US" b="1" baseline="0" dirty="0" smtClean="0"/>
            <a:t>  </a:t>
          </a:r>
          <a:r>
            <a:rPr lang="en-US" b="1" baseline="0" dirty="0" err="1" smtClean="0"/>
            <a:t>Nilai-Nilai</a:t>
          </a:r>
          <a:r>
            <a:rPr lang="en-US" b="1" baseline="0" dirty="0" smtClean="0"/>
            <a:t> </a:t>
          </a:r>
          <a:r>
            <a:rPr lang="en-US" b="1" baseline="0" dirty="0" err="1" smtClean="0"/>
            <a:t>Dasar</a:t>
          </a:r>
          <a:r>
            <a:rPr lang="en-US" b="1" baseline="0" dirty="0" smtClean="0"/>
            <a:t> </a:t>
          </a:r>
          <a:r>
            <a:rPr lang="en-US" b="1" baseline="0" dirty="0" err="1" smtClean="0"/>
            <a:t>Profesi</a:t>
          </a:r>
          <a:r>
            <a:rPr lang="en-US" b="1" baseline="0" dirty="0" smtClean="0"/>
            <a:t> PNS</a:t>
          </a:r>
          <a:endParaRPr lang="id-ID" b="1" baseline="0" dirty="0" smtClean="0"/>
        </a:p>
      </dgm:t>
    </dgm:pt>
    <dgm:pt modelId="{38544B65-63F4-46C4-9610-4BA49D258F76}" type="parTrans" cxnId="{3DA90F8C-B6BC-41E9-A72A-44BDC2191DC7}">
      <dgm:prSet/>
      <dgm:spPr/>
      <dgm:t>
        <a:bodyPr/>
        <a:lstStyle/>
        <a:p>
          <a:endParaRPr lang="id-ID"/>
        </a:p>
      </dgm:t>
    </dgm:pt>
    <dgm:pt modelId="{8EBD67CC-418F-49D6-A3A6-D143C1095AFD}" type="sibTrans" cxnId="{3DA90F8C-B6BC-41E9-A72A-44BDC2191DC7}">
      <dgm:prSet/>
      <dgm:spPr/>
      <dgm:t>
        <a:bodyPr/>
        <a:lstStyle/>
        <a:p>
          <a:endParaRPr lang="id-ID"/>
        </a:p>
      </dgm:t>
    </dgm:pt>
    <dgm:pt modelId="{C0DD1053-302E-44A6-85AC-AE7532DEB954}">
      <dgm:prSet phldrT="[Text]"/>
      <dgm:spPr/>
      <dgm:t>
        <a:bodyPr/>
        <a:lstStyle/>
        <a:p>
          <a:r>
            <a:rPr lang="id-ID" b="1" dirty="0" smtClean="0"/>
            <a:t>Tahap II</a:t>
          </a:r>
          <a:r>
            <a:rPr lang="en-US" b="1" dirty="0" smtClean="0"/>
            <a:t> (</a:t>
          </a:r>
          <a:r>
            <a:rPr lang="en-US" b="1" i="1" dirty="0" smtClean="0"/>
            <a:t>Off Campus</a:t>
          </a:r>
          <a:r>
            <a:rPr lang="en-US" b="1" dirty="0" smtClean="0"/>
            <a:t>):</a:t>
          </a:r>
          <a:r>
            <a:rPr lang="id-ID" b="1" dirty="0" smtClean="0"/>
            <a:t> </a:t>
          </a:r>
          <a:r>
            <a:rPr lang="en-US" b="1" dirty="0" err="1" smtClean="0"/>
            <a:t>Aktualisasi</a:t>
          </a:r>
          <a:r>
            <a:rPr lang="en-US" b="1" dirty="0" smtClean="0"/>
            <a:t> </a:t>
          </a:r>
          <a:r>
            <a:rPr lang="en-US" b="1" dirty="0" err="1" smtClean="0"/>
            <a:t>Nilai</a:t>
          </a:r>
          <a:r>
            <a:rPr lang="id-ID" b="1" dirty="0" smtClean="0"/>
            <a:t>-Nilai</a:t>
          </a:r>
          <a:r>
            <a:rPr lang="en-US" b="1" dirty="0" smtClean="0"/>
            <a:t> </a:t>
          </a:r>
          <a:r>
            <a:rPr lang="en-US" b="1" dirty="0" err="1" smtClean="0"/>
            <a:t>Dasar</a:t>
          </a:r>
          <a:r>
            <a:rPr lang="en-US" b="1" dirty="0" smtClean="0"/>
            <a:t> </a:t>
          </a:r>
          <a:r>
            <a:rPr lang="en-US" b="1" dirty="0" err="1" smtClean="0"/>
            <a:t>Profesi</a:t>
          </a:r>
          <a:r>
            <a:rPr lang="en-US" b="1" dirty="0" smtClean="0"/>
            <a:t> PNS</a:t>
          </a:r>
          <a:endParaRPr lang="id-ID" b="1" dirty="0"/>
        </a:p>
      </dgm:t>
    </dgm:pt>
    <dgm:pt modelId="{4D30D0D0-AEAB-45B8-B38C-82A4FA6F2514}" type="parTrans" cxnId="{D3B1B197-5F02-43A7-8927-B2DEDD213CFC}">
      <dgm:prSet/>
      <dgm:spPr/>
      <dgm:t>
        <a:bodyPr/>
        <a:lstStyle/>
        <a:p>
          <a:endParaRPr lang="id-ID"/>
        </a:p>
      </dgm:t>
    </dgm:pt>
    <dgm:pt modelId="{8638DA66-838E-4D00-9697-A06E5D225911}" type="sibTrans" cxnId="{D3B1B197-5F02-43A7-8927-B2DEDD213CFC}">
      <dgm:prSet/>
      <dgm:spPr/>
      <dgm:t>
        <a:bodyPr/>
        <a:lstStyle/>
        <a:p>
          <a:endParaRPr lang="id-ID"/>
        </a:p>
      </dgm:t>
    </dgm:pt>
    <dgm:pt modelId="{D07A33B7-0B01-4FB4-B8FC-9CA9687C9C3B}">
      <dgm:prSet phldrT="[Text]"/>
      <dgm:spPr/>
      <dgm:t>
        <a:bodyPr/>
        <a:lstStyle/>
        <a:p>
          <a:endParaRPr lang="id-ID" b="1" dirty="0"/>
        </a:p>
      </dgm:t>
    </dgm:pt>
    <dgm:pt modelId="{4E43938C-DFB2-4D96-9BB1-97C5F5A4CE2B}" type="parTrans" cxnId="{8B83207D-1802-4FAC-812A-885E50C8F3EF}">
      <dgm:prSet/>
      <dgm:spPr/>
      <dgm:t>
        <a:bodyPr/>
        <a:lstStyle/>
        <a:p>
          <a:endParaRPr lang="id-ID"/>
        </a:p>
      </dgm:t>
    </dgm:pt>
    <dgm:pt modelId="{0C13D0A8-4E2F-4DE5-845B-F9721B884C81}" type="sibTrans" cxnId="{8B83207D-1802-4FAC-812A-885E50C8F3EF}">
      <dgm:prSet/>
      <dgm:spPr/>
      <dgm:t>
        <a:bodyPr/>
        <a:lstStyle/>
        <a:p>
          <a:endParaRPr lang="id-ID"/>
        </a:p>
      </dgm:t>
    </dgm:pt>
    <dgm:pt modelId="{C88E6D8A-26DB-4F63-8C60-0B65BB5975FB}">
      <dgm:prSet phldrT="[Text]"/>
      <dgm:spPr/>
      <dgm:t>
        <a:bodyPr/>
        <a:lstStyle/>
        <a:p>
          <a:endParaRPr lang="id-ID" dirty="0"/>
        </a:p>
      </dgm:t>
    </dgm:pt>
    <dgm:pt modelId="{4FB16952-41EA-40C7-9B11-C872BEAE83B2}" type="parTrans" cxnId="{4FFCF506-DA73-4FAF-BD12-573A9407C735}">
      <dgm:prSet/>
      <dgm:spPr/>
      <dgm:t>
        <a:bodyPr/>
        <a:lstStyle/>
        <a:p>
          <a:endParaRPr lang="id-ID"/>
        </a:p>
      </dgm:t>
    </dgm:pt>
    <dgm:pt modelId="{5A61FD7B-E015-4816-8B0D-FD2726229B3B}" type="sibTrans" cxnId="{4FFCF506-DA73-4FAF-BD12-573A9407C735}">
      <dgm:prSet/>
      <dgm:spPr/>
      <dgm:t>
        <a:bodyPr/>
        <a:lstStyle/>
        <a:p>
          <a:endParaRPr lang="id-ID"/>
        </a:p>
      </dgm:t>
    </dgm:pt>
    <dgm:pt modelId="{54CEA14C-91B4-450F-9259-E5C128A4D3FB}">
      <dgm:prSet phldrT="[Text]"/>
      <dgm:spPr/>
      <dgm:t>
        <a:bodyPr/>
        <a:lstStyle/>
        <a:p>
          <a:endParaRPr lang="id-ID" b="1" dirty="0"/>
        </a:p>
      </dgm:t>
    </dgm:pt>
    <dgm:pt modelId="{6F24C784-A16D-4D75-81C1-9EE4AD2C0889}" type="sibTrans" cxnId="{31022BE8-EE53-4A9F-A8EF-8BAF876C71A7}">
      <dgm:prSet/>
      <dgm:spPr/>
      <dgm:t>
        <a:bodyPr/>
        <a:lstStyle/>
        <a:p>
          <a:endParaRPr lang="id-ID"/>
        </a:p>
      </dgm:t>
    </dgm:pt>
    <dgm:pt modelId="{F28AA852-6D53-44A3-8452-E21FACF6AE86}" type="parTrans" cxnId="{31022BE8-EE53-4A9F-A8EF-8BAF876C71A7}">
      <dgm:prSet/>
      <dgm:spPr/>
      <dgm:t>
        <a:bodyPr/>
        <a:lstStyle/>
        <a:p>
          <a:endParaRPr lang="id-ID"/>
        </a:p>
      </dgm:t>
    </dgm:pt>
    <dgm:pt modelId="{9F693389-2FEF-479D-A8A9-E5868F239766}" type="pres">
      <dgm:prSet presAssocID="{8AC7B102-A147-42E0-83A1-930F3BE3DFEF}" presName="arrowDiagram" presStyleCnt="0">
        <dgm:presLayoutVars>
          <dgm:chMax val="5"/>
          <dgm:dir/>
          <dgm:resizeHandles val="exact"/>
        </dgm:presLayoutVars>
      </dgm:prSet>
      <dgm:spPr/>
    </dgm:pt>
    <dgm:pt modelId="{0041259F-D66E-4A02-BA66-39F717BEEF8A}" type="pres">
      <dgm:prSet presAssocID="{8AC7B102-A147-42E0-83A1-930F3BE3DFEF}" presName="arrow" presStyleLbl="bgShp" presStyleIdx="0" presStyleCnt="1" custScaleX="102266"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/>
        </a:p>
      </dgm:t>
    </dgm:pt>
    <dgm:pt modelId="{E009F441-5366-4744-8B47-382518D4C38F}" type="pres">
      <dgm:prSet presAssocID="{8AC7B102-A147-42E0-83A1-930F3BE3DFEF}" presName="arrowDiagram5" presStyleCnt="0"/>
      <dgm:spPr/>
    </dgm:pt>
    <dgm:pt modelId="{5E635289-C139-4051-9B20-FF39786A4AB6}" type="pres">
      <dgm:prSet presAssocID="{9A2682E0-1605-46F3-93B5-C627A6A9B4F8}" presName="bullet5a" presStyleLbl="node1" presStyleIdx="0" presStyleCnt="5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>
        <a:ln/>
      </dgm:spPr>
    </dgm:pt>
    <dgm:pt modelId="{36CE7BC9-8BB2-4693-AC8D-90E8929D31F4}" type="pres">
      <dgm:prSet presAssocID="{9A2682E0-1605-46F3-93B5-C627A6A9B4F8}" presName="textBox5a" presStyleLbl="revTx" presStyleIdx="0" presStyleCnt="5" custScaleX="188261" custLinFactNeighborX="-54006" custLinFactNeighborY="5958">
        <dgm:presLayoutVars>
          <dgm:bulletEnabled val="1"/>
        </dgm:presLayoutVars>
      </dgm:prSet>
      <dgm:spPr/>
      <dgm:t>
        <a:bodyPr/>
        <a:lstStyle/>
        <a:p>
          <a:endParaRPr lang="id-ID"/>
        </a:p>
      </dgm:t>
    </dgm:pt>
    <dgm:pt modelId="{BF07DBEE-54EE-4AFD-9370-373ABA85AE22}" type="pres">
      <dgm:prSet presAssocID="{54CEA14C-91B4-450F-9259-E5C128A4D3FB}" presName="bullet5b" presStyleLbl="node1" presStyleIdx="1" presStyleCnt="5"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>
        <a:ln/>
      </dgm:spPr>
    </dgm:pt>
    <dgm:pt modelId="{985D95A1-EE32-434A-98AF-83CE28DC521F}" type="pres">
      <dgm:prSet presAssocID="{54CEA14C-91B4-450F-9259-E5C128A4D3FB}" presName="textBox5b" presStyleLbl="revTx" presStyleIdx="1" presStyleCnt="5" custLinFactNeighborX="675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E42BEBC-8B7F-4920-AA74-9346C4DBD331}" type="pres">
      <dgm:prSet presAssocID="{C0DD1053-302E-44A6-85AC-AE7532DEB954}" presName="bullet5c" presStyleLbl="node1" presStyleIdx="2" presStyleCnt="5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>
        <a:solidFill>
          <a:srgbClr val="00B0F0"/>
        </a:solidFill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</dgm:pt>
    <dgm:pt modelId="{D2A985C2-5BD8-4736-A23D-35F2C2C2C66B}" type="pres">
      <dgm:prSet presAssocID="{C0DD1053-302E-44A6-85AC-AE7532DEB954}" presName="textBox5c" presStyleLbl="revTx" presStyleIdx="2" presStyleCnt="5" custScaleX="148114" custScaleY="44872" custLinFactNeighborX="-27067" custLinFactNeighborY="-16044">
        <dgm:presLayoutVars>
          <dgm:bulletEnabled val="1"/>
        </dgm:presLayoutVars>
      </dgm:prSet>
      <dgm:spPr/>
      <dgm:t>
        <a:bodyPr/>
        <a:lstStyle/>
        <a:p>
          <a:endParaRPr lang="id-ID"/>
        </a:p>
      </dgm:t>
    </dgm:pt>
    <dgm:pt modelId="{FC1FDD4A-5E8D-4B19-8E97-41165E976FE5}" type="pres">
      <dgm:prSet presAssocID="{D07A33B7-0B01-4FB4-B8FC-9CA9687C9C3B}" presName="bullet5d" presStyleLbl="node1" presStyleIdx="3" presStyleCnt="5" custLinFactNeighborX="20328" custLinFactNeighborY="-14073"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>
        <a:ln/>
      </dgm:spPr>
    </dgm:pt>
    <dgm:pt modelId="{60CC5795-1240-4BA6-A167-7ABC572E6F0E}" type="pres">
      <dgm:prSet presAssocID="{D07A33B7-0B01-4FB4-B8FC-9CA9687C9C3B}" presName="textBox5d" presStyleLbl="revTx" presStyleIdx="3" presStyleCnt="5" custLinFactNeighborX="13504">
        <dgm:presLayoutVars>
          <dgm:bulletEnabled val="1"/>
        </dgm:presLayoutVars>
      </dgm:prSet>
      <dgm:spPr/>
      <dgm:t>
        <a:bodyPr/>
        <a:lstStyle/>
        <a:p>
          <a:endParaRPr lang="id-ID"/>
        </a:p>
      </dgm:t>
    </dgm:pt>
    <dgm:pt modelId="{2825C501-6EF6-4B2E-9D8B-0718FC00420D}" type="pres">
      <dgm:prSet presAssocID="{C88E6D8A-26DB-4F63-8C60-0B65BB5975FB}" presName="bullet5e" presStyleLbl="node1" presStyleIdx="4" presStyleCnt="5" custLinFactNeighborX="95281" custLinFactNeighborY="-47918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>
        <a:solidFill>
          <a:srgbClr val="FFC000"/>
        </a:solidFill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</dgm:pt>
    <dgm:pt modelId="{FFD1DB3A-04DF-42D7-9E94-F73EB2449117}" type="pres">
      <dgm:prSet presAssocID="{C88E6D8A-26DB-4F63-8C60-0B65BB5975FB}" presName="textBox5e" presStyleLbl="revTx" presStyleIdx="4" presStyleCnt="5">
        <dgm:presLayoutVars>
          <dgm:bulletEnabled val="1"/>
        </dgm:presLayoutVars>
      </dgm:prSet>
      <dgm:spPr/>
      <dgm:t>
        <a:bodyPr/>
        <a:lstStyle/>
        <a:p>
          <a:endParaRPr lang="id-ID"/>
        </a:p>
      </dgm:t>
    </dgm:pt>
  </dgm:ptLst>
  <dgm:cxnLst>
    <dgm:cxn modelId="{3DA90F8C-B6BC-41E9-A72A-44BDC2191DC7}" srcId="{8AC7B102-A147-42E0-83A1-930F3BE3DFEF}" destId="{9A2682E0-1605-46F3-93B5-C627A6A9B4F8}" srcOrd="0" destOrd="0" parTransId="{38544B65-63F4-46C4-9610-4BA49D258F76}" sibTransId="{8EBD67CC-418F-49D6-A3A6-D143C1095AFD}"/>
    <dgm:cxn modelId="{31022BE8-EE53-4A9F-A8EF-8BAF876C71A7}" srcId="{8AC7B102-A147-42E0-83A1-930F3BE3DFEF}" destId="{54CEA14C-91B4-450F-9259-E5C128A4D3FB}" srcOrd="1" destOrd="0" parTransId="{F28AA852-6D53-44A3-8452-E21FACF6AE86}" sibTransId="{6F24C784-A16D-4D75-81C1-9EE4AD2C0889}"/>
    <dgm:cxn modelId="{470142DF-24BA-4694-BCB7-573FC6CB149F}" type="presOf" srcId="{54CEA14C-91B4-450F-9259-E5C128A4D3FB}" destId="{985D95A1-EE32-434A-98AF-83CE28DC521F}" srcOrd="0" destOrd="0" presId="urn:microsoft.com/office/officeart/2005/8/layout/arrow2"/>
    <dgm:cxn modelId="{C0CE99DD-9E1A-47E7-A3E3-8A2534218F05}" type="presOf" srcId="{C88E6D8A-26DB-4F63-8C60-0B65BB5975FB}" destId="{FFD1DB3A-04DF-42D7-9E94-F73EB2449117}" srcOrd="0" destOrd="0" presId="urn:microsoft.com/office/officeart/2005/8/layout/arrow2"/>
    <dgm:cxn modelId="{457A32D0-9527-4C72-8D26-FA0400658FB0}" type="presOf" srcId="{8AC7B102-A147-42E0-83A1-930F3BE3DFEF}" destId="{9F693389-2FEF-479D-A8A9-E5868F239766}" srcOrd="0" destOrd="0" presId="urn:microsoft.com/office/officeart/2005/8/layout/arrow2"/>
    <dgm:cxn modelId="{241F0FC0-1128-40DE-B066-76DD113BEE18}" type="presOf" srcId="{9A2682E0-1605-46F3-93B5-C627A6A9B4F8}" destId="{36CE7BC9-8BB2-4693-AC8D-90E8929D31F4}" srcOrd="0" destOrd="0" presId="urn:microsoft.com/office/officeart/2005/8/layout/arrow2"/>
    <dgm:cxn modelId="{FBBCA87F-E208-4821-A8FC-5967B0D88AE7}" type="presOf" srcId="{D07A33B7-0B01-4FB4-B8FC-9CA9687C9C3B}" destId="{60CC5795-1240-4BA6-A167-7ABC572E6F0E}" srcOrd="0" destOrd="0" presId="urn:microsoft.com/office/officeart/2005/8/layout/arrow2"/>
    <dgm:cxn modelId="{5E9BF14E-5976-410F-AC85-4945E33B02DF}" type="presOf" srcId="{C0DD1053-302E-44A6-85AC-AE7532DEB954}" destId="{D2A985C2-5BD8-4736-A23D-35F2C2C2C66B}" srcOrd="0" destOrd="0" presId="urn:microsoft.com/office/officeart/2005/8/layout/arrow2"/>
    <dgm:cxn modelId="{8B83207D-1802-4FAC-812A-885E50C8F3EF}" srcId="{8AC7B102-A147-42E0-83A1-930F3BE3DFEF}" destId="{D07A33B7-0B01-4FB4-B8FC-9CA9687C9C3B}" srcOrd="3" destOrd="0" parTransId="{4E43938C-DFB2-4D96-9BB1-97C5F5A4CE2B}" sibTransId="{0C13D0A8-4E2F-4DE5-845B-F9721B884C81}"/>
    <dgm:cxn modelId="{4FFCF506-DA73-4FAF-BD12-573A9407C735}" srcId="{8AC7B102-A147-42E0-83A1-930F3BE3DFEF}" destId="{C88E6D8A-26DB-4F63-8C60-0B65BB5975FB}" srcOrd="4" destOrd="0" parTransId="{4FB16952-41EA-40C7-9B11-C872BEAE83B2}" sibTransId="{5A61FD7B-E015-4816-8B0D-FD2726229B3B}"/>
    <dgm:cxn modelId="{D3B1B197-5F02-43A7-8927-B2DEDD213CFC}" srcId="{8AC7B102-A147-42E0-83A1-930F3BE3DFEF}" destId="{C0DD1053-302E-44A6-85AC-AE7532DEB954}" srcOrd="2" destOrd="0" parTransId="{4D30D0D0-AEAB-45B8-B38C-82A4FA6F2514}" sibTransId="{8638DA66-838E-4D00-9697-A06E5D225911}"/>
    <dgm:cxn modelId="{7007AAD1-5C2A-45CE-9F12-217D1E6168B5}" type="presParOf" srcId="{9F693389-2FEF-479D-A8A9-E5868F239766}" destId="{0041259F-D66E-4A02-BA66-39F717BEEF8A}" srcOrd="0" destOrd="0" presId="urn:microsoft.com/office/officeart/2005/8/layout/arrow2"/>
    <dgm:cxn modelId="{E7F32858-3C1B-4816-B8E4-5630B2863C0B}" type="presParOf" srcId="{9F693389-2FEF-479D-A8A9-E5868F239766}" destId="{E009F441-5366-4744-8B47-382518D4C38F}" srcOrd="1" destOrd="0" presId="urn:microsoft.com/office/officeart/2005/8/layout/arrow2"/>
    <dgm:cxn modelId="{9980831E-5149-43B4-BFFE-BF05E4F1F1F8}" type="presParOf" srcId="{E009F441-5366-4744-8B47-382518D4C38F}" destId="{5E635289-C139-4051-9B20-FF39786A4AB6}" srcOrd="0" destOrd="0" presId="urn:microsoft.com/office/officeart/2005/8/layout/arrow2"/>
    <dgm:cxn modelId="{0237FC31-784E-47CB-B7CD-918E4E08AD0F}" type="presParOf" srcId="{E009F441-5366-4744-8B47-382518D4C38F}" destId="{36CE7BC9-8BB2-4693-AC8D-90E8929D31F4}" srcOrd="1" destOrd="0" presId="urn:microsoft.com/office/officeart/2005/8/layout/arrow2"/>
    <dgm:cxn modelId="{978065B3-E02E-4B94-B891-628438EA47EE}" type="presParOf" srcId="{E009F441-5366-4744-8B47-382518D4C38F}" destId="{BF07DBEE-54EE-4AFD-9370-373ABA85AE22}" srcOrd="2" destOrd="0" presId="urn:microsoft.com/office/officeart/2005/8/layout/arrow2"/>
    <dgm:cxn modelId="{17FE48FB-105F-44A2-9435-5D1E37741961}" type="presParOf" srcId="{E009F441-5366-4744-8B47-382518D4C38F}" destId="{985D95A1-EE32-434A-98AF-83CE28DC521F}" srcOrd="3" destOrd="0" presId="urn:microsoft.com/office/officeart/2005/8/layout/arrow2"/>
    <dgm:cxn modelId="{AF4E116A-968F-4C6A-BB9C-2D09CF6C9E6D}" type="presParOf" srcId="{E009F441-5366-4744-8B47-382518D4C38F}" destId="{FE42BEBC-8B7F-4920-AA74-9346C4DBD331}" srcOrd="4" destOrd="0" presId="urn:microsoft.com/office/officeart/2005/8/layout/arrow2"/>
    <dgm:cxn modelId="{C6B31001-868A-42D9-AABD-428DAAC09864}" type="presParOf" srcId="{E009F441-5366-4744-8B47-382518D4C38F}" destId="{D2A985C2-5BD8-4736-A23D-35F2C2C2C66B}" srcOrd="5" destOrd="0" presId="urn:microsoft.com/office/officeart/2005/8/layout/arrow2"/>
    <dgm:cxn modelId="{90A2A5E8-43BB-4597-A8D6-177BC31CF8DF}" type="presParOf" srcId="{E009F441-5366-4744-8B47-382518D4C38F}" destId="{FC1FDD4A-5E8D-4B19-8E97-41165E976FE5}" srcOrd="6" destOrd="0" presId="urn:microsoft.com/office/officeart/2005/8/layout/arrow2"/>
    <dgm:cxn modelId="{52505A64-0ED9-4249-8829-5B93AEE73D1E}" type="presParOf" srcId="{E009F441-5366-4744-8B47-382518D4C38F}" destId="{60CC5795-1240-4BA6-A167-7ABC572E6F0E}" srcOrd="7" destOrd="0" presId="urn:microsoft.com/office/officeart/2005/8/layout/arrow2"/>
    <dgm:cxn modelId="{8C2F3A6A-7195-4524-9889-4DA18F236C9B}" type="presParOf" srcId="{E009F441-5366-4744-8B47-382518D4C38F}" destId="{2825C501-6EF6-4B2E-9D8B-0718FC00420D}" srcOrd="8" destOrd="0" presId="urn:microsoft.com/office/officeart/2005/8/layout/arrow2"/>
    <dgm:cxn modelId="{91C106BB-3E3A-443D-8D94-E9C187AA325E}" type="presParOf" srcId="{E009F441-5366-4744-8B47-382518D4C38F}" destId="{FFD1DB3A-04DF-42D7-9E94-F73EB2449117}" srcOrd="9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41259F-D66E-4A02-BA66-39F717BEEF8A}">
      <dsp:nvSpPr>
        <dsp:cNvPr id="0" name=""/>
        <dsp:cNvSpPr/>
      </dsp:nvSpPr>
      <dsp:spPr>
        <a:xfrm>
          <a:off x="59722" y="0"/>
          <a:ext cx="8449041" cy="5163643"/>
        </a:xfrm>
        <a:prstGeom prst="swooshArrow">
          <a:avLst>
            <a:gd name="adj1" fmla="val 25000"/>
            <a:gd name="adj2" fmla="val 25000"/>
          </a:avLst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</dsp:sp>
    <dsp:sp modelId="{5E635289-C139-4051-9B20-FF39786A4AB6}">
      <dsp:nvSpPr>
        <dsp:cNvPr id="0" name=""/>
        <dsp:cNvSpPr/>
      </dsp:nvSpPr>
      <dsp:spPr>
        <a:xfrm>
          <a:off x="967119" y="3839684"/>
          <a:ext cx="190022" cy="190022"/>
        </a:xfrm>
        <a:prstGeom prst="ellipse">
          <a:avLst/>
        </a:prstGeom>
        <a:gradFill rotWithShape="1">
          <a:gsLst>
            <a:gs pos="0">
              <a:schemeClr val="accent6">
                <a:shade val="51000"/>
                <a:satMod val="130000"/>
              </a:schemeClr>
            </a:gs>
            <a:gs pos="80000">
              <a:schemeClr val="accent6">
                <a:shade val="93000"/>
                <a:satMod val="130000"/>
              </a:schemeClr>
            </a:gs>
            <a:gs pos="100000">
              <a:schemeClr val="accent6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6"/>
        </a:lnRef>
        <a:fillRef idx="3">
          <a:schemeClr val="accent6"/>
        </a:fillRef>
        <a:effectRef idx="3">
          <a:schemeClr val="accent6"/>
        </a:effectRef>
        <a:fontRef idx="minor">
          <a:schemeClr val="lt1"/>
        </a:fontRef>
      </dsp:style>
    </dsp:sp>
    <dsp:sp modelId="{36CE7BC9-8BB2-4693-AC8D-90E8929D31F4}">
      <dsp:nvSpPr>
        <dsp:cNvPr id="0" name=""/>
        <dsp:cNvSpPr/>
      </dsp:nvSpPr>
      <dsp:spPr>
        <a:xfrm>
          <a:off x="0" y="3934695"/>
          <a:ext cx="2037547" cy="12289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689" tIns="0" rIns="0" bIns="0" numCol="1" spcCol="1270" anchor="t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d-ID" sz="1700" b="1" kern="1200" dirty="0" smtClean="0"/>
            <a:t>Tahap I</a:t>
          </a:r>
          <a:r>
            <a:rPr lang="en-US" sz="1700" b="1" kern="1200" dirty="0" smtClean="0"/>
            <a:t> (</a:t>
          </a:r>
          <a:r>
            <a:rPr lang="en-US" sz="1700" b="1" i="1" kern="1200" dirty="0" smtClean="0"/>
            <a:t>On Campus</a:t>
          </a:r>
          <a:r>
            <a:rPr lang="en-US" sz="1700" b="1" kern="1200" dirty="0" smtClean="0"/>
            <a:t>)</a:t>
          </a:r>
          <a:r>
            <a:rPr lang="id-ID" sz="1700" b="1" kern="1200" dirty="0" smtClean="0"/>
            <a:t>: </a:t>
          </a:r>
          <a:endParaRPr lang="en-US" sz="1700" b="1" kern="1200" dirty="0" smtClean="0"/>
        </a:p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baseline="0" dirty="0" err="1" smtClean="0"/>
            <a:t>Internalisasi</a:t>
          </a:r>
          <a:r>
            <a:rPr lang="en-US" sz="1700" b="1" kern="1200" baseline="0" dirty="0" smtClean="0"/>
            <a:t>  </a:t>
          </a:r>
          <a:r>
            <a:rPr lang="en-US" sz="1700" b="1" kern="1200" baseline="0" dirty="0" err="1" smtClean="0"/>
            <a:t>Nilai-Nilai</a:t>
          </a:r>
          <a:r>
            <a:rPr lang="en-US" sz="1700" b="1" kern="1200" baseline="0" dirty="0" smtClean="0"/>
            <a:t> </a:t>
          </a:r>
          <a:r>
            <a:rPr lang="en-US" sz="1700" b="1" kern="1200" baseline="0" dirty="0" err="1" smtClean="0"/>
            <a:t>Dasar</a:t>
          </a:r>
          <a:r>
            <a:rPr lang="en-US" sz="1700" b="1" kern="1200" baseline="0" dirty="0" smtClean="0"/>
            <a:t> </a:t>
          </a:r>
          <a:r>
            <a:rPr lang="en-US" sz="1700" b="1" kern="1200" baseline="0" dirty="0" err="1" smtClean="0"/>
            <a:t>Profesi</a:t>
          </a:r>
          <a:r>
            <a:rPr lang="en-US" sz="1700" b="1" kern="1200" baseline="0" dirty="0" smtClean="0"/>
            <a:t> PNS</a:t>
          </a:r>
          <a:endParaRPr lang="id-ID" sz="1700" b="1" kern="1200" baseline="0" dirty="0" smtClean="0"/>
        </a:p>
      </dsp:txBody>
      <dsp:txXfrm>
        <a:off x="0" y="3934695"/>
        <a:ext cx="2037547" cy="1228947"/>
      </dsp:txXfrm>
    </dsp:sp>
    <dsp:sp modelId="{BF07DBEE-54EE-4AFD-9370-373ABA85AE22}">
      <dsp:nvSpPr>
        <dsp:cNvPr id="0" name=""/>
        <dsp:cNvSpPr/>
      </dsp:nvSpPr>
      <dsp:spPr>
        <a:xfrm>
          <a:off x="1995716" y="2851363"/>
          <a:ext cx="297425" cy="297425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</dsp:sp>
    <dsp:sp modelId="{985D95A1-EE32-434A-98AF-83CE28DC521F}">
      <dsp:nvSpPr>
        <dsp:cNvPr id="0" name=""/>
        <dsp:cNvSpPr/>
      </dsp:nvSpPr>
      <dsp:spPr>
        <a:xfrm>
          <a:off x="2237085" y="3000076"/>
          <a:ext cx="1371463" cy="2163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00" tIns="0" rIns="0" bIns="0" numCol="1" spcCol="1270" anchor="t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id-ID" sz="1700" b="1" kern="1200" dirty="0"/>
        </a:p>
      </dsp:txBody>
      <dsp:txXfrm>
        <a:off x="2237085" y="3000076"/>
        <a:ext cx="1371463" cy="2163566"/>
      </dsp:txXfrm>
    </dsp:sp>
    <dsp:sp modelId="{FE42BEBC-8B7F-4920-AA74-9346C4DBD331}">
      <dsp:nvSpPr>
        <dsp:cNvPr id="0" name=""/>
        <dsp:cNvSpPr/>
      </dsp:nvSpPr>
      <dsp:spPr>
        <a:xfrm>
          <a:off x="3317609" y="2063391"/>
          <a:ext cx="396567" cy="396567"/>
        </a:xfrm>
        <a:prstGeom prst="ellipse">
          <a:avLst/>
        </a:prstGeom>
        <a:solidFill>
          <a:srgbClr val="00B0F0"/>
        </a:solidFill>
        <a:ln>
          <a:noFill/>
        </a:ln>
        <a:effectLst>
          <a:outerShdw blurRad="190500" dist="228600" dir="2700000" algn="ctr" rotWithShape="0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</dsp:sp>
    <dsp:sp modelId="{D2A985C2-5BD8-4736-A23D-35F2C2C2C66B}">
      <dsp:nvSpPr>
        <dsp:cNvPr id="0" name=""/>
        <dsp:cNvSpPr/>
      </dsp:nvSpPr>
      <dsp:spPr>
        <a:xfrm>
          <a:off x="2700704" y="2595982"/>
          <a:ext cx="2361726" cy="1302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0133" tIns="0" rIns="0" bIns="0" numCol="1" spcCol="1270" anchor="t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d-ID" sz="1700" b="1" kern="1200" dirty="0" smtClean="0"/>
            <a:t>Tahap II</a:t>
          </a:r>
          <a:r>
            <a:rPr lang="en-US" sz="1700" b="1" kern="1200" dirty="0" smtClean="0"/>
            <a:t> (</a:t>
          </a:r>
          <a:r>
            <a:rPr lang="en-US" sz="1700" b="1" i="1" kern="1200" dirty="0" smtClean="0"/>
            <a:t>Off Campus</a:t>
          </a:r>
          <a:r>
            <a:rPr lang="en-US" sz="1700" b="1" kern="1200" dirty="0" smtClean="0"/>
            <a:t>):</a:t>
          </a:r>
          <a:r>
            <a:rPr lang="id-ID" sz="1700" b="1" kern="1200" dirty="0" smtClean="0"/>
            <a:t> </a:t>
          </a:r>
          <a:r>
            <a:rPr lang="en-US" sz="1700" b="1" kern="1200" dirty="0" err="1" smtClean="0"/>
            <a:t>Aktualisasi</a:t>
          </a:r>
          <a:r>
            <a:rPr lang="en-US" sz="1700" b="1" kern="1200" dirty="0" smtClean="0"/>
            <a:t> </a:t>
          </a:r>
          <a:r>
            <a:rPr lang="en-US" sz="1700" b="1" kern="1200" dirty="0" err="1" smtClean="0"/>
            <a:t>Nilai</a:t>
          </a:r>
          <a:r>
            <a:rPr lang="id-ID" sz="1700" b="1" kern="1200" dirty="0" smtClean="0"/>
            <a:t>-Nilai</a:t>
          </a:r>
          <a:r>
            <a:rPr lang="en-US" sz="1700" b="1" kern="1200" dirty="0" smtClean="0"/>
            <a:t> </a:t>
          </a:r>
          <a:r>
            <a:rPr lang="en-US" sz="1700" b="1" kern="1200" dirty="0" err="1" smtClean="0"/>
            <a:t>Dasar</a:t>
          </a:r>
          <a:r>
            <a:rPr lang="en-US" sz="1700" b="1" kern="1200" dirty="0" smtClean="0"/>
            <a:t> </a:t>
          </a:r>
          <a:r>
            <a:rPr lang="en-US" sz="1700" b="1" kern="1200" dirty="0" err="1" smtClean="0"/>
            <a:t>Profesi</a:t>
          </a:r>
          <a:r>
            <a:rPr lang="en-US" sz="1700" b="1" kern="1200" dirty="0" smtClean="0"/>
            <a:t> PNS</a:t>
          </a:r>
          <a:endParaRPr lang="id-ID" sz="1700" b="1" kern="1200" dirty="0"/>
        </a:p>
      </dsp:txBody>
      <dsp:txXfrm>
        <a:off x="2700704" y="2595982"/>
        <a:ext cx="2361726" cy="1302170"/>
      </dsp:txXfrm>
    </dsp:sp>
    <dsp:sp modelId="{FC1FDD4A-5E8D-4B19-8E97-41165E976FE5}">
      <dsp:nvSpPr>
        <dsp:cNvPr id="0" name=""/>
        <dsp:cNvSpPr/>
      </dsp:nvSpPr>
      <dsp:spPr>
        <a:xfrm>
          <a:off x="4958436" y="1375798"/>
          <a:ext cx="512233" cy="512233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</dsp:sp>
    <dsp:sp modelId="{60CC5795-1240-4BA6-A167-7ABC572E6F0E}">
      <dsp:nvSpPr>
        <dsp:cNvPr id="0" name=""/>
        <dsp:cNvSpPr/>
      </dsp:nvSpPr>
      <dsp:spPr>
        <a:xfrm>
          <a:off x="5333561" y="1704002"/>
          <a:ext cx="1652365" cy="3459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1422" tIns="0" rIns="0" bIns="0" numCol="1" spcCol="1270" anchor="t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id-ID" sz="1700" b="1" kern="1200" dirty="0"/>
        </a:p>
      </dsp:txBody>
      <dsp:txXfrm>
        <a:off x="5333561" y="1704002"/>
        <a:ext cx="1652365" cy="3459640"/>
      </dsp:txXfrm>
    </dsp:sp>
    <dsp:sp modelId="{2825C501-6EF6-4B2E-9D8B-0718FC00420D}">
      <dsp:nvSpPr>
        <dsp:cNvPr id="0" name=""/>
        <dsp:cNvSpPr/>
      </dsp:nvSpPr>
      <dsp:spPr>
        <a:xfrm>
          <a:off x="7058334" y="724106"/>
          <a:ext cx="652684" cy="652684"/>
        </a:xfrm>
        <a:prstGeom prst="ellipse">
          <a:avLst/>
        </a:prstGeom>
        <a:solidFill>
          <a:srgbClr val="FFC000"/>
        </a:solidFill>
        <a:ln>
          <a:noFill/>
        </a:ln>
        <a:effectLst>
          <a:outerShdw blurRad="190500" dist="228600" dir="2700000" algn="ctr" rotWithShape="0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</dsp:sp>
    <dsp:sp modelId="{FFD1DB3A-04DF-42D7-9E94-F73EB2449117}">
      <dsp:nvSpPr>
        <dsp:cNvPr id="0" name=""/>
        <dsp:cNvSpPr/>
      </dsp:nvSpPr>
      <dsp:spPr>
        <a:xfrm>
          <a:off x="6762792" y="1363201"/>
          <a:ext cx="1652365" cy="38004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5844" tIns="0" rIns="0" bIns="0" numCol="1" spcCol="1270" anchor="t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id-ID" sz="1700" kern="1200" dirty="0"/>
        </a:p>
      </dsp:txBody>
      <dsp:txXfrm>
        <a:off x="6762792" y="1363201"/>
        <a:ext cx="1652365" cy="38004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D4785-3C0F-479A-B38A-B4ED6AE09294}" type="datetimeFigureOut">
              <a:rPr lang="en-US" smtClean="0"/>
              <a:t>7/19/2016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DE04B-FC70-4103-8D6D-2BCBA27F6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725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D4785-3C0F-479A-B38A-B4ED6AE09294}" type="datetimeFigureOut">
              <a:rPr lang="en-US" smtClean="0"/>
              <a:t>7/19/2016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DE04B-FC70-4103-8D6D-2BCBA27F6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319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D4785-3C0F-479A-B38A-B4ED6AE09294}" type="datetimeFigureOut">
              <a:rPr lang="en-US" smtClean="0"/>
              <a:t>7/19/2016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DE04B-FC70-4103-8D6D-2BCBA27F6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623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D4785-3C0F-479A-B38A-B4ED6AE09294}" type="datetimeFigureOut">
              <a:rPr lang="en-US" smtClean="0"/>
              <a:t>7/19/2016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DE04B-FC70-4103-8D6D-2BCBA27F6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385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D4785-3C0F-479A-B38A-B4ED6AE09294}" type="datetimeFigureOut">
              <a:rPr lang="en-US" smtClean="0"/>
              <a:t>7/19/2016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DE04B-FC70-4103-8D6D-2BCBA27F6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257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D4785-3C0F-479A-B38A-B4ED6AE09294}" type="datetimeFigureOut">
              <a:rPr lang="en-US" smtClean="0"/>
              <a:t>7/19/2016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DE04B-FC70-4103-8D6D-2BCBA27F6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63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D4785-3C0F-479A-B38A-B4ED6AE09294}" type="datetimeFigureOut">
              <a:rPr lang="en-US" smtClean="0"/>
              <a:t>7/19/2016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DE04B-FC70-4103-8D6D-2BCBA27F6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857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D4785-3C0F-479A-B38A-B4ED6AE09294}" type="datetimeFigureOut">
              <a:rPr lang="en-US" smtClean="0"/>
              <a:t>7/19/2016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DE04B-FC70-4103-8D6D-2BCBA27F6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524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D4785-3C0F-479A-B38A-B4ED6AE09294}" type="datetimeFigureOut">
              <a:rPr lang="en-US" smtClean="0"/>
              <a:t>7/19/2016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DE04B-FC70-4103-8D6D-2BCBA27F6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716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D4785-3C0F-479A-B38A-B4ED6AE09294}" type="datetimeFigureOut">
              <a:rPr lang="en-US" smtClean="0"/>
              <a:t>7/19/2016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DE04B-FC70-4103-8D6D-2BCBA27F6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899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D4785-3C0F-479A-B38A-B4ED6AE09294}" type="datetimeFigureOut">
              <a:rPr lang="en-US" smtClean="0"/>
              <a:t>7/19/2016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DE04B-FC70-4103-8D6D-2BCBA27F6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5413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1C3BF0-90D4-4015-8DC2-261EDD5BC2F6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2002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B0141E-0B77-4B81-8CEC-62C2A22E34A2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9969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D27D3E-B623-4E3C-8F29-3E2E0B6F035A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5199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84DF5A-A734-4AC5-BA43-8F39A4D98A4A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2307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AB3837-8E86-4EC6-AD9C-3E031945F320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7528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2054F4-F488-431A-B3F2-8480B97C22F4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579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EADD2-D86F-40A9-8C4B-405B5EEB6DD7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0338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918C4E-DBB7-4FB2-BB89-9ECE533A23E0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3614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d-ID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2C6FDF-550A-44EE-AE2C-0AEE990AD1F0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545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197E82-62CF-4824-B875-02F0D4A5E5E4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53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91155-E467-4742-8128-EB90F0DECDF2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4720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D4785-3C0F-479A-B38A-B4ED6AE09294}" type="datetimeFigureOut">
              <a:rPr lang="en-US" smtClean="0"/>
              <a:t>7/19/2016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3DE04B-FC70-4103-8D6D-2BCBA27F6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973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F77166A-6FA9-497B-8DDC-0C8EA2CAEA3A}" type="slidenum">
              <a:rPr lang="es-E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1325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http://mediacenter.batamkota.go.id/wp-content/uploads/2014/07/Logo-BPS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000" b="72833" l="9667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401"/>
          <a:stretch/>
        </p:blipFill>
        <p:spPr bwMode="auto">
          <a:xfrm>
            <a:off x="3677497" y="1066800"/>
            <a:ext cx="1542573" cy="1412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2706021" y="4191000"/>
            <a:ext cx="3954929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3600" b="1" spc="50" dirty="0" smtClean="0">
                <a:ln w="11430"/>
                <a:solidFill>
                  <a:srgbClr val="FFFF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ea typeface="Calibri"/>
                <a:cs typeface="Bookman Old Style"/>
              </a:rPr>
              <a:t>PENDAHULUAN </a:t>
            </a:r>
            <a:endParaRPr lang="en-US" sz="3600" b="1" spc="50" dirty="0">
              <a:ln w="11430"/>
              <a:solidFill>
                <a:srgbClr val="FFFF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07609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396992" y="6356350"/>
            <a:ext cx="2133600" cy="365125"/>
          </a:xfrm>
        </p:spPr>
        <p:txBody>
          <a:bodyPr/>
          <a:lstStyle/>
          <a:p>
            <a:fld id="{E44466FB-B956-4D53-9E62-EDB8960D1EF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36871" y="152400"/>
            <a:ext cx="9144000" cy="725774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 smtClean="0">
                <a:solidFill>
                  <a:srgbClr val="0070C0"/>
                </a:solidFill>
              </a:rPr>
              <a:t>TAHAPAN DIKLAT PRAJABATAN GOLONGAN III</a:t>
            </a:r>
            <a:r>
              <a:rPr lang="id-ID" sz="2800" b="1" dirty="0" smtClean="0">
                <a:solidFill>
                  <a:srgbClr val="0070C0"/>
                </a:solidFill>
              </a:rPr>
              <a:t/>
            </a:r>
            <a:br>
              <a:rPr lang="id-ID" sz="2800" b="1" dirty="0" smtClean="0">
                <a:solidFill>
                  <a:srgbClr val="0070C0"/>
                </a:solidFill>
              </a:rPr>
            </a:br>
            <a:r>
              <a:rPr lang="id-ID" sz="2800" b="1" smtClean="0">
                <a:solidFill>
                  <a:srgbClr val="0070C0"/>
                </a:solidFill>
              </a:rPr>
              <a:t>ANGKATAN </a:t>
            </a:r>
            <a:r>
              <a:rPr lang="en-US" sz="2800" b="1" smtClean="0">
                <a:solidFill>
                  <a:srgbClr val="0070C0"/>
                </a:solidFill>
              </a:rPr>
              <a:t>KE-106</a:t>
            </a:r>
            <a:endParaRPr 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585848601"/>
              </p:ext>
            </p:extLst>
          </p:nvPr>
        </p:nvGraphicFramePr>
        <p:xfrm>
          <a:off x="131548" y="630533"/>
          <a:ext cx="8568487" cy="51636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Oval 6"/>
          <p:cNvSpPr/>
          <p:nvPr/>
        </p:nvSpPr>
        <p:spPr>
          <a:xfrm>
            <a:off x="7837924" y="837615"/>
            <a:ext cx="1237532" cy="1166162"/>
          </a:xfrm>
          <a:prstGeom prst="ellipse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PNS </a:t>
            </a:r>
          </a:p>
          <a:p>
            <a:pPr algn="ctr"/>
            <a:r>
              <a:rPr lang="en-US" sz="900" b="1" dirty="0" smtClean="0"/>
              <a:t>PROFESIONAL</a:t>
            </a:r>
            <a:endParaRPr lang="id-ID" sz="9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0" y="3723698"/>
            <a:ext cx="1628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 smtClean="0">
                <a:solidFill>
                  <a:srgbClr val="7030A0"/>
                </a:solidFill>
              </a:rPr>
              <a:t>Gol</a:t>
            </a:r>
            <a:r>
              <a:rPr lang="en-US" sz="1400" b="1" dirty="0" smtClean="0">
                <a:solidFill>
                  <a:srgbClr val="7030A0"/>
                </a:solidFill>
              </a:rPr>
              <a:t>. III</a:t>
            </a:r>
            <a:r>
              <a:rPr lang="id-ID" sz="1400" b="1" dirty="0" smtClean="0">
                <a:solidFill>
                  <a:srgbClr val="7030A0"/>
                </a:solidFill>
              </a:rPr>
              <a:t>: 1</a:t>
            </a:r>
            <a:r>
              <a:rPr lang="en-US" sz="1400" b="1" dirty="0">
                <a:solidFill>
                  <a:srgbClr val="7030A0"/>
                </a:solidFill>
              </a:rPr>
              <a:t>7</a:t>
            </a:r>
            <a:r>
              <a:rPr lang="id-ID" sz="1400" b="1" dirty="0" smtClean="0">
                <a:solidFill>
                  <a:srgbClr val="7030A0"/>
                </a:solidFill>
              </a:rPr>
              <a:t> Hari</a:t>
            </a:r>
            <a:endParaRPr lang="id-ID" sz="1400" b="1" dirty="0">
              <a:solidFill>
                <a:srgbClr val="7030A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12590" y="1842886"/>
            <a:ext cx="1778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 smtClean="0">
                <a:solidFill>
                  <a:srgbClr val="7030A0"/>
                </a:solidFill>
              </a:rPr>
              <a:t>Gol</a:t>
            </a:r>
            <a:r>
              <a:rPr lang="en-US" sz="1400" b="1" dirty="0" smtClean="0">
                <a:solidFill>
                  <a:srgbClr val="7030A0"/>
                </a:solidFill>
              </a:rPr>
              <a:t>. III</a:t>
            </a:r>
            <a:r>
              <a:rPr lang="id-ID" sz="1400" b="1" dirty="0" smtClean="0">
                <a:solidFill>
                  <a:srgbClr val="7030A0"/>
                </a:solidFill>
              </a:rPr>
              <a:t> :</a:t>
            </a:r>
            <a:r>
              <a:rPr lang="en-US" sz="1400" b="1" dirty="0" smtClean="0">
                <a:solidFill>
                  <a:srgbClr val="7030A0"/>
                </a:solidFill>
              </a:rPr>
              <a:t> 15 </a:t>
            </a:r>
            <a:r>
              <a:rPr lang="id-ID" sz="1400" b="1" dirty="0" smtClean="0">
                <a:solidFill>
                  <a:srgbClr val="7030A0"/>
                </a:solidFill>
              </a:rPr>
              <a:t>Hari</a:t>
            </a:r>
            <a:r>
              <a:rPr lang="en-US" sz="1400" b="1" dirty="0" smtClean="0">
                <a:solidFill>
                  <a:srgbClr val="7030A0"/>
                </a:solidFill>
              </a:rPr>
              <a:t> </a:t>
            </a:r>
            <a:r>
              <a:rPr lang="en-US" sz="1400" b="1" dirty="0" err="1" smtClean="0">
                <a:solidFill>
                  <a:srgbClr val="7030A0"/>
                </a:solidFill>
              </a:rPr>
              <a:t>kerja</a:t>
            </a:r>
            <a:endParaRPr lang="id-ID" sz="1400" b="1" dirty="0">
              <a:solidFill>
                <a:srgbClr val="7030A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33731" y="1002083"/>
            <a:ext cx="1643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 smtClean="0">
                <a:solidFill>
                  <a:srgbClr val="7030A0"/>
                </a:solidFill>
              </a:rPr>
              <a:t>Gol</a:t>
            </a:r>
            <a:r>
              <a:rPr lang="en-US" sz="1400" b="1" dirty="0" smtClean="0">
                <a:solidFill>
                  <a:srgbClr val="7030A0"/>
                </a:solidFill>
              </a:rPr>
              <a:t>. III</a:t>
            </a:r>
            <a:r>
              <a:rPr lang="id-ID" sz="1400" b="1" dirty="0" smtClean="0">
                <a:solidFill>
                  <a:srgbClr val="7030A0"/>
                </a:solidFill>
              </a:rPr>
              <a:t>: </a:t>
            </a:r>
            <a:r>
              <a:rPr lang="en-US" sz="1400" b="1" dirty="0" smtClean="0">
                <a:solidFill>
                  <a:srgbClr val="7030A0"/>
                </a:solidFill>
              </a:rPr>
              <a:t>1</a:t>
            </a:r>
            <a:r>
              <a:rPr lang="id-ID" sz="1400" b="1" dirty="0" smtClean="0">
                <a:solidFill>
                  <a:srgbClr val="7030A0"/>
                </a:solidFill>
              </a:rPr>
              <a:t> Hari</a:t>
            </a:r>
            <a:endParaRPr lang="id-ID" sz="1400" b="1" dirty="0">
              <a:solidFill>
                <a:srgbClr val="7030A0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2286000" y="3711600"/>
            <a:ext cx="5803" cy="1774800"/>
          </a:xfrm>
          <a:prstGeom prst="line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4378" y="5936159"/>
            <a:ext cx="1474378" cy="76944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d-ID" sz="1200" b="1" dirty="0" smtClean="0">
                <a:solidFill>
                  <a:srgbClr val="FF0000"/>
                </a:solidFill>
              </a:rPr>
              <a:t>Kumpulkan </a:t>
            </a:r>
          </a:p>
          <a:p>
            <a:r>
              <a:rPr lang="en-GB" sz="1600" b="1" smtClean="0">
                <a:solidFill>
                  <a:srgbClr val="C00000"/>
                </a:solidFill>
              </a:rPr>
              <a:t>2 Agustus </a:t>
            </a:r>
            <a:r>
              <a:rPr lang="en-GB" sz="1600" b="1" dirty="0" smtClean="0">
                <a:solidFill>
                  <a:srgbClr val="C00000"/>
                </a:solidFill>
              </a:rPr>
              <a:t>2016</a:t>
            </a:r>
            <a:endParaRPr lang="id-ID" sz="1600" b="1" dirty="0" smtClean="0">
              <a:solidFill>
                <a:srgbClr val="C00000"/>
              </a:solidFill>
            </a:endParaRPr>
          </a:p>
          <a:p>
            <a:r>
              <a:rPr lang="en-AU" sz="1600" b="1" smtClean="0">
                <a:solidFill>
                  <a:srgbClr val="C00000"/>
                </a:solidFill>
              </a:rPr>
              <a:t>pukul</a:t>
            </a:r>
            <a:r>
              <a:rPr lang="id-ID" sz="1600" b="1" smtClean="0">
                <a:solidFill>
                  <a:srgbClr val="C00000"/>
                </a:solidFill>
              </a:rPr>
              <a:t> 1</a:t>
            </a:r>
            <a:r>
              <a:rPr lang="en-AU" sz="1600" b="1" smtClean="0">
                <a:solidFill>
                  <a:srgbClr val="C00000"/>
                </a:solidFill>
              </a:rPr>
              <a:t>5</a:t>
            </a:r>
            <a:r>
              <a:rPr lang="en-US" sz="1600" b="1" smtClean="0">
                <a:solidFill>
                  <a:srgbClr val="C00000"/>
                </a:solidFill>
              </a:rPr>
              <a:t>.</a:t>
            </a:r>
            <a:r>
              <a:rPr lang="id-ID" sz="1600" b="1" dirty="0" smtClean="0">
                <a:solidFill>
                  <a:srgbClr val="C00000"/>
                </a:solidFill>
              </a:rPr>
              <a:t>00</a:t>
            </a:r>
            <a:endParaRPr lang="id-ID" sz="1600" b="1" dirty="0">
              <a:solidFill>
                <a:srgbClr val="C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10619" y="5026223"/>
            <a:ext cx="15615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b="1" dirty="0" smtClean="0">
                <a:solidFill>
                  <a:srgbClr val="C00000"/>
                </a:solidFill>
              </a:rPr>
              <a:t>Laporan </a:t>
            </a:r>
            <a:r>
              <a:rPr lang="en-US" sz="1400" b="1" dirty="0" err="1" smtClean="0">
                <a:solidFill>
                  <a:srgbClr val="C00000"/>
                </a:solidFill>
              </a:rPr>
              <a:t>Aktualiasi</a:t>
            </a:r>
            <a:endParaRPr lang="id-ID" sz="1400" b="1" dirty="0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94648" y="2150663"/>
            <a:ext cx="1692152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500" b="1" dirty="0" smtClean="0">
                <a:latin typeface="+mn-lt"/>
              </a:rPr>
              <a:t>Tahap </a:t>
            </a:r>
            <a:r>
              <a:rPr lang="en-US" sz="1500" b="1" dirty="0" smtClean="0"/>
              <a:t>III</a:t>
            </a:r>
            <a:r>
              <a:rPr lang="id-ID" sz="1500" b="1" dirty="0" smtClean="0">
                <a:latin typeface="+mn-lt"/>
              </a:rPr>
              <a:t>: Evaluasi </a:t>
            </a:r>
            <a:endParaRPr lang="en-US" sz="1500" b="1" dirty="0" smtClean="0">
              <a:latin typeface="+mn-lt"/>
            </a:endParaRPr>
          </a:p>
          <a:p>
            <a:r>
              <a:rPr lang="en-US" sz="1500" b="1" dirty="0" err="1" smtClean="0"/>
              <a:t>Aktualisasi</a:t>
            </a:r>
            <a:endParaRPr lang="en-US" sz="1500" b="1" dirty="0" smtClean="0"/>
          </a:p>
          <a:p>
            <a:r>
              <a:rPr lang="en-US" sz="1500" b="1" dirty="0" err="1" smtClean="0">
                <a:latin typeface="+mn-lt"/>
              </a:rPr>
              <a:t>Nilai</a:t>
            </a:r>
            <a:r>
              <a:rPr lang="id-ID" sz="1500" b="1" dirty="0" smtClean="0"/>
              <a:t>-Nilai </a:t>
            </a:r>
            <a:r>
              <a:rPr lang="en-US" sz="1500" b="1" dirty="0" err="1" smtClean="0">
                <a:latin typeface="+mn-lt"/>
              </a:rPr>
              <a:t>Dasar</a:t>
            </a:r>
            <a:r>
              <a:rPr lang="en-US" sz="1500" b="1" dirty="0" smtClean="0">
                <a:latin typeface="+mn-lt"/>
              </a:rPr>
              <a:t> </a:t>
            </a:r>
            <a:r>
              <a:rPr lang="en-US" sz="1500" b="1" dirty="0" err="1" smtClean="0">
                <a:latin typeface="+mn-lt"/>
              </a:rPr>
              <a:t>Profesi</a:t>
            </a:r>
            <a:r>
              <a:rPr lang="en-US" sz="1500" b="1" dirty="0" smtClean="0">
                <a:latin typeface="+mn-lt"/>
              </a:rPr>
              <a:t> PNS</a:t>
            </a:r>
            <a:endParaRPr lang="id-ID" sz="1500" b="1" dirty="0" smtClean="0">
              <a:latin typeface="+mn-lt"/>
            </a:endParaRPr>
          </a:p>
          <a:p>
            <a:r>
              <a:rPr lang="id-ID" sz="1500" b="1" dirty="0" smtClean="0">
                <a:solidFill>
                  <a:srgbClr val="FF0000"/>
                </a:solidFill>
                <a:latin typeface="+mn-lt"/>
              </a:rPr>
              <a:t> </a:t>
            </a:r>
            <a:endParaRPr lang="id-ID" sz="1500" b="1" dirty="0">
              <a:latin typeface="+mn-lt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5286362" y="2313475"/>
            <a:ext cx="47638" cy="2712748"/>
          </a:xfrm>
          <a:prstGeom prst="line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549" y="1442423"/>
            <a:ext cx="2316752" cy="153888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nb-NO" sz="1600" b="1" dirty="0" smtClean="0">
                <a:solidFill>
                  <a:prstClr val="black"/>
                </a:solidFill>
                <a:latin typeface="Arial" charset="0"/>
              </a:rPr>
              <a:t>MATA DIKLAT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nb-NO" sz="1400" b="1" dirty="0" smtClean="0">
                <a:solidFill>
                  <a:srgbClr val="7030A0"/>
                </a:solidFill>
                <a:latin typeface="Arial" charset="0"/>
              </a:rPr>
              <a:t>Akuntabilitas </a:t>
            </a:r>
            <a:r>
              <a:rPr lang="nb-NO" sz="1400" b="1" dirty="0">
                <a:solidFill>
                  <a:srgbClr val="7030A0"/>
                </a:solidFill>
                <a:latin typeface="Arial" charset="0"/>
              </a:rPr>
              <a:t>PNS;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nb-NO" sz="1600" b="1" dirty="0">
                <a:solidFill>
                  <a:srgbClr val="FF0000"/>
                </a:solidFill>
                <a:latin typeface="Arial" charset="0"/>
              </a:rPr>
              <a:t>Nasionalisme;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nb-NO" sz="1600" b="1" dirty="0">
                <a:solidFill>
                  <a:srgbClr val="00B050"/>
                </a:solidFill>
                <a:latin typeface="Arial" charset="0"/>
              </a:rPr>
              <a:t>Etika Publik;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nb-NO" sz="1600" dirty="0">
                <a:solidFill>
                  <a:srgbClr val="0070C0"/>
                </a:solidFill>
                <a:latin typeface="Arial" charset="0"/>
              </a:rPr>
              <a:t>Komitmen Mutu</a:t>
            </a:r>
            <a:r>
              <a:rPr lang="nb-NO" sz="1600" dirty="0" smtClean="0">
                <a:solidFill>
                  <a:srgbClr val="0070C0"/>
                </a:solidFill>
                <a:latin typeface="Arial" charset="0"/>
              </a:rPr>
              <a:t>;</a:t>
            </a:r>
            <a:endParaRPr lang="nb-NO" sz="1600" dirty="0">
              <a:solidFill>
                <a:srgbClr val="0070C0"/>
              </a:solidFill>
              <a:latin typeface="Arial" charset="0"/>
            </a:endParaRP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nb-NO" sz="1600" dirty="0">
                <a:solidFill>
                  <a:prstClr val="black"/>
                </a:solidFill>
                <a:latin typeface="Arial" charset="0"/>
              </a:rPr>
              <a:t>Anti Korupsi.</a:t>
            </a:r>
          </a:p>
        </p:txBody>
      </p:sp>
      <p:sp>
        <p:nvSpPr>
          <p:cNvPr id="2" name="Rectangle 1"/>
          <p:cNvSpPr/>
          <p:nvPr/>
        </p:nvSpPr>
        <p:spPr>
          <a:xfrm>
            <a:off x="2665649" y="1454579"/>
            <a:ext cx="4251449" cy="325656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665649" y="5953090"/>
            <a:ext cx="1759712" cy="523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d-ID" sz="1200" b="1" dirty="0" smtClean="0">
                <a:solidFill>
                  <a:srgbClr val="FF0000"/>
                </a:solidFill>
              </a:rPr>
              <a:t>Seminar Rancangan</a:t>
            </a:r>
          </a:p>
          <a:p>
            <a:r>
              <a:rPr lang="en-GB" sz="1600" b="1" smtClean="0">
                <a:solidFill>
                  <a:srgbClr val="C00000"/>
                </a:solidFill>
              </a:rPr>
              <a:t>3 / 4 Agustus 2016</a:t>
            </a:r>
            <a:endParaRPr lang="id-ID" sz="1600" b="1" dirty="0">
              <a:solidFill>
                <a:srgbClr val="C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4000" y="5486400"/>
            <a:ext cx="184358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1400" b="1" dirty="0">
                <a:solidFill>
                  <a:srgbClr val="C00000"/>
                </a:solidFill>
              </a:rPr>
              <a:t>Rancangan </a:t>
            </a:r>
            <a:r>
              <a:rPr lang="en-US" sz="1400" b="1" dirty="0" err="1">
                <a:solidFill>
                  <a:srgbClr val="C00000"/>
                </a:solidFill>
              </a:rPr>
              <a:t>Aktualisasi</a:t>
            </a:r>
            <a:endParaRPr lang="id-ID" sz="1400" b="1" dirty="0">
              <a:solidFill>
                <a:srgbClr val="C0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94648" y="3354366"/>
            <a:ext cx="1733039" cy="76944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d-ID" sz="1200" b="1" dirty="0" smtClean="0">
                <a:solidFill>
                  <a:srgbClr val="FF0000"/>
                </a:solidFill>
              </a:rPr>
              <a:t>Seminar </a:t>
            </a:r>
            <a:r>
              <a:rPr lang="en-US" sz="1200" b="1" dirty="0" err="1" smtClean="0">
                <a:solidFill>
                  <a:srgbClr val="FF0000"/>
                </a:solidFill>
              </a:rPr>
              <a:t>Laporan</a:t>
            </a:r>
            <a:endParaRPr lang="id-ID" sz="1200" b="1" dirty="0" smtClean="0">
              <a:solidFill>
                <a:srgbClr val="FF0000"/>
              </a:solidFill>
            </a:endParaRPr>
          </a:p>
          <a:p>
            <a:r>
              <a:rPr lang="en-GB" sz="1600" b="1" smtClean="0">
                <a:solidFill>
                  <a:srgbClr val="C00000"/>
                </a:solidFill>
              </a:rPr>
              <a:t>30 Agustus 2016 /</a:t>
            </a:r>
          </a:p>
          <a:p>
            <a:r>
              <a:rPr lang="en-GB" sz="1600" b="1" smtClean="0">
                <a:solidFill>
                  <a:srgbClr val="C00000"/>
                </a:solidFill>
              </a:rPr>
              <a:t>1 September 2016</a:t>
            </a:r>
            <a:endParaRPr lang="id-ID" sz="1600" b="1" dirty="0">
              <a:solidFill>
                <a:srgbClr val="C00000"/>
              </a:solidFill>
            </a:endParaRPr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5231" y="4826508"/>
            <a:ext cx="2590800" cy="1722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08659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/>
      <p:bldP spid="12" grpId="0" animBg="1"/>
      <p:bldP spid="13" grpId="0"/>
      <p:bldP spid="15" grpId="0"/>
      <p:bldP spid="19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048000" y="2819400"/>
            <a:ext cx="2524125" cy="1551043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25" y="4370443"/>
            <a:ext cx="3571875" cy="2381250"/>
          </a:xfrm>
          <a:prstGeom prst="roundRect">
            <a:avLst>
              <a:gd name="adj" fmla="val 8594"/>
            </a:avLst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381000"/>
            <a:ext cx="2882216" cy="219075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7540" y="381000"/>
            <a:ext cx="2037398" cy="219075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399" y="4648200"/>
            <a:ext cx="2847975" cy="2133600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24" y="3905250"/>
            <a:ext cx="1895475" cy="2857500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9" y="304799"/>
            <a:ext cx="3347423" cy="223161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29" name="Rectangle 28"/>
          <p:cNvSpPr/>
          <p:nvPr/>
        </p:nvSpPr>
        <p:spPr>
          <a:xfrm>
            <a:off x="7010400" y="5981537"/>
            <a:ext cx="259546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3600" b="1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Penguji</a:t>
            </a:r>
            <a:endParaRPr lang="en-US" sz="36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214424" y="1863864"/>
            <a:ext cx="147508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 smtClean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Coach</a:t>
            </a:r>
            <a:endParaRPr lang="en-US" sz="4000" b="1" cap="none" spc="0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chemeClr val="accent3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  <p:sp>
        <p:nvSpPr>
          <p:cNvPr id="1024" name="Rectangle 1023"/>
          <p:cNvSpPr/>
          <p:nvPr/>
        </p:nvSpPr>
        <p:spPr>
          <a:xfrm>
            <a:off x="1634362" y="5843037"/>
            <a:ext cx="167148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36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Mentor</a:t>
            </a:r>
            <a:endParaRPr lang="en-US" sz="36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1025" name="Rectangle 1024"/>
          <p:cNvSpPr/>
          <p:nvPr/>
        </p:nvSpPr>
        <p:spPr>
          <a:xfrm>
            <a:off x="380999" y="1947819"/>
            <a:ext cx="151253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 err="1" smtClean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Panitia</a:t>
            </a:r>
            <a:endParaRPr lang="en-US" sz="3600" b="1" cap="none" spc="0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chemeClr val="accent3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  <p:sp>
        <p:nvSpPr>
          <p:cNvPr id="1034" name="Rectangle 1033"/>
          <p:cNvSpPr/>
          <p:nvPr/>
        </p:nvSpPr>
        <p:spPr>
          <a:xfrm>
            <a:off x="3429000" y="3254514"/>
            <a:ext cx="177920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Peserta</a:t>
            </a:r>
            <a:endParaRPr lang="en-US" sz="40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07400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2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20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5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9" grpId="0"/>
      <p:bldP spid="30" grpId="0"/>
      <p:bldP spid="1024" grpId="0"/>
      <p:bldP spid="1025" grpId="0"/>
      <p:bldP spid="10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 err="1" smtClean="0"/>
              <a:t>Indikator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Hasil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Belajar</a:t>
            </a:r>
            <a:endParaRPr lang="en-US" sz="4000" b="1" dirty="0"/>
          </a:p>
        </p:txBody>
      </p:sp>
      <p:sp>
        <p:nvSpPr>
          <p:cNvPr id="5" name="Rectangle 4"/>
          <p:cNvSpPr/>
          <p:nvPr/>
        </p:nvSpPr>
        <p:spPr>
          <a:xfrm>
            <a:off x="342900" y="1201788"/>
            <a:ext cx="8458200" cy="378565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 err="1"/>
              <a:t>Setelah</a:t>
            </a:r>
            <a:r>
              <a:rPr lang="en-US" sz="2400" dirty="0"/>
              <a:t> </a:t>
            </a:r>
            <a:r>
              <a:rPr lang="en-US" sz="2400" dirty="0" err="1"/>
              <a:t>mengikuti</a:t>
            </a:r>
            <a:r>
              <a:rPr lang="en-US" sz="2400" dirty="0"/>
              <a:t> </a:t>
            </a:r>
            <a:r>
              <a:rPr lang="en-US" sz="2400" dirty="0" err="1"/>
              <a:t>pembelajaran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, </a:t>
            </a:r>
            <a:r>
              <a:rPr lang="en-US" sz="2400" dirty="0" err="1"/>
              <a:t>peserta</a:t>
            </a:r>
            <a:r>
              <a:rPr lang="en-US" sz="2400" dirty="0"/>
              <a:t> </a:t>
            </a:r>
            <a:r>
              <a:rPr lang="en-US" sz="2400" dirty="0" err="1"/>
              <a:t>diharapkan</a:t>
            </a:r>
            <a:r>
              <a:rPr lang="en-US" sz="2400" dirty="0"/>
              <a:t> </a:t>
            </a:r>
            <a:r>
              <a:rPr lang="en-US" sz="2400" dirty="0" err="1" smtClean="0"/>
              <a:t>mampu</a:t>
            </a:r>
            <a:r>
              <a:rPr lang="en-US" sz="2400" dirty="0" smtClean="0"/>
              <a:t>: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400" dirty="0" err="1"/>
              <a:t>menyusun</a:t>
            </a:r>
            <a:r>
              <a:rPr lang="en-US" sz="2400" dirty="0"/>
              <a:t> </a:t>
            </a:r>
            <a:r>
              <a:rPr lang="en-US" sz="2400" b="1" dirty="0" err="1"/>
              <a:t>rancangan</a:t>
            </a:r>
            <a:r>
              <a:rPr lang="en-US" sz="2400" b="1" dirty="0"/>
              <a:t> </a:t>
            </a:r>
            <a:r>
              <a:rPr lang="en-US" sz="2400" b="1" dirty="0" err="1"/>
              <a:t>aktualisasi</a:t>
            </a:r>
            <a:r>
              <a:rPr lang="en-US" sz="2400" dirty="0"/>
              <a:t> </a:t>
            </a:r>
            <a:r>
              <a:rPr lang="en-US" sz="2400" dirty="0" err="1"/>
              <a:t>nilai-nilai</a:t>
            </a:r>
            <a:r>
              <a:rPr lang="en-US" sz="2400" dirty="0"/>
              <a:t> </a:t>
            </a:r>
            <a:r>
              <a:rPr lang="en-US" sz="2400" dirty="0" err="1"/>
              <a:t>dasar</a:t>
            </a:r>
            <a:r>
              <a:rPr lang="en-US" sz="2400" dirty="0"/>
              <a:t> </a:t>
            </a:r>
            <a:r>
              <a:rPr lang="en-US" sz="2400" dirty="0" err="1"/>
              <a:t>profesi</a:t>
            </a:r>
            <a:r>
              <a:rPr lang="en-US" sz="2400" dirty="0"/>
              <a:t> PNS;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400" b="1" dirty="0" err="1"/>
              <a:t>mempresentasikan</a:t>
            </a:r>
            <a:r>
              <a:rPr lang="en-US" sz="2400" dirty="0"/>
              <a:t> </a:t>
            </a:r>
            <a:r>
              <a:rPr lang="en-US" sz="2400" dirty="0" err="1"/>
              <a:t>rancangan</a:t>
            </a:r>
            <a:r>
              <a:rPr lang="en-US" sz="2400" dirty="0"/>
              <a:t> </a:t>
            </a:r>
            <a:r>
              <a:rPr lang="en-US" sz="2400" dirty="0" err="1"/>
              <a:t>aktualisasi</a:t>
            </a:r>
            <a:r>
              <a:rPr lang="en-US" sz="2400" dirty="0"/>
              <a:t> </a:t>
            </a:r>
            <a:r>
              <a:rPr lang="en-US" sz="2400" dirty="0" err="1"/>
              <a:t>nilai-nilai</a:t>
            </a:r>
            <a:r>
              <a:rPr lang="en-US" sz="2400" dirty="0"/>
              <a:t> </a:t>
            </a:r>
            <a:r>
              <a:rPr lang="en-US" sz="2400" dirty="0" err="1"/>
              <a:t>dasar</a:t>
            </a:r>
            <a:r>
              <a:rPr lang="en-US" sz="2400" dirty="0"/>
              <a:t> </a:t>
            </a:r>
            <a:r>
              <a:rPr lang="en-US" sz="2400" dirty="0" err="1"/>
              <a:t>profesi</a:t>
            </a:r>
            <a:r>
              <a:rPr lang="en-US" sz="2400" dirty="0"/>
              <a:t> PNS;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400" b="1" dirty="0" err="1" smtClean="0"/>
              <a:t>mengaktualisasikan</a:t>
            </a:r>
            <a:r>
              <a:rPr lang="en-US" sz="2400" dirty="0" smtClean="0"/>
              <a:t> </a:t>
            </a:r>
            <a:r>
              <a:rPr lang="en-US" sz="2400" dirty="0" err="1"/>
              <a:t>nilai-nilai</a:t>
            </a:r>
            <a:r>
              <a:rPr lang="en-US" sz="2400" dirty="0"/>
              <a:t> </a:t>
            </a:r>
            <a:r>
              <a:rPr lang="en-US" sz="2400" dirty="0" err="1"/>
              <a:t>dasar</a:t>
            </a:r>
            <a:r>
              <a:rPr lang="en-US" sz="2400" dirty="0"/>
              <a:t> </a:t>
            </a:r>
            <a:r>
              <a:rPr lang="en-US" sz="2400" dirty="0" err="1"/>
              <a:t>profesi</a:t>
            </a:r>
            <a:r>
              <a:rPr lang="en-US" sz="2400" dirty="0"/>
              <a:t> PNS;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400" dirty="0" err="1"/>
              <a:t>menyusun</a:t>
            </a:r>
            <a:r>
              <a:rPr lang="en-US" sz="2400" dirty="0"/>
              <a:t> </a:t>
            </a:r>
            <a:r>
              <a:rPr lang="en-US" sz="2400" b="1" dirty="0" err="1"/>
              <a:t>laporan</a:t>
            </a:r>
            <a:r>
              <a:rPr lang="en-US" sz="2400" dirty="0"/>
              <a:t> </a:t>
            </a:r>
            <a:r>
              <a:rPr lang="en-US" sz="2400" dirty="0" err="1"/>
              <a:t>aktualisasi</a:t>
            </a:r>
            <a:r>
              <a:rPr lang="en-US" sz="2400" dirty="0"/>
              <a:t> </a:t>
            </a:r>
            <a:r>
              <a:rPr lang="en-US" sz="2400" dirty="0" err="1"/>
              <a:t>nilai-nilai</a:t>
            </a:r>
            <a:r>
              <a:rPr lang="en-US" sz="2400" dirty="0"/>
              <a:t> </a:t>
            </a:r>
            <a:r>
              <a:rPr lang="en-US" sz="2400" dirty="0" err="1"/>
              <a:t>dasar</a:t>
            </a:r>
            <a:r>
              <a:rPr lang="en-US" sz="2400" dirty="0"/>
              <a:t> </a:t>
            </a:r>
            <a:r>
              <a:rPr lang="en-US" sz="2400" dirty="0" err="1"/>
              <a:t>profesi</a:t>
            </a:r>
            <a:r>
              <a:rPr lang="en-US" sz="2400" dirty="0"/>
              <a:t> PNS;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400" b="1" dirty="0" err="1"/>
              <a:t>mempresentasikan</a:t>
            </a:r>
            <a:r>
              <a:rPr lang="en-US" sz="2400" dirty="0"/>
              <a:t> </a:t>
            </a:r>
            <a:r>
              <a:rPr lang="en-US" sz="2400" b="1" dirty="0" err="1"/>
              <a:t>laporan</a:t>
            </a:r>
            <a:r>
              <a:rPr lang="en-US" sz="2400" dirty="0"/>
              <a:t> </a:t>
            </a:r>
            <a:r>
              <a:rPr lang="en-US" sz="2400" dirty="0" err="1"/>
              <a:t>aktualisasi</a:t>
            </a:r>
            <a:r>
              <a:rPr lang="en-US" sz="2400" dirty="0"/>
              <a:t> </a:t>
            </a:r>
            <a:r>
              <a:rPr lang="en-US" sz="2400" dirty="0" err="1"/>
              <a:t>nilai-nilai</a:t>
            </a:r>
            <a:r>
              <a:rPr lang="en-US" sz="2400" dirty="0"/>
              <a:t> </a:t>
            </a:r>
            <a:r>
              <a:rPr lang="en-US" sz="2400" dirty="0" err="1"/>
              <a:t>dasar</a:t>
            </a:r>
            <a:r>
              <a:rPr lang="en-US" sz="2400" dirty="0"/>
              <a:t> </a:t>
            </a:r>
            <a:r>
              <a:rPr lang="en-US" sz="2400" dirty="0" err="1"/>
              <a:t>profesi</a:t>
            </a:r>
            <a:r>
              <a:rPr lang="en-US" sz="2400" dirty="0"/>
              <a:t> PNS; </a:t>
            </a:r>
            <a:r>
              <a:rPr lang="en-US" sz="2400" dirty="0" err="1"/>
              <a:t>dan</a:t>
            </a:r>
            <a:endParaRPr lang="en-US" sz="2400" dirty="0"/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400" dirty="0" err="1"/>
              <a:t>menerima</a:t>
            </a:r>
            <a:r>
              <a:rPr lang="en-US" sz="2400" dirty="0"/>
              <a:t> </a:t>
            </a:r>
            <a:r>
              <a:rPr lang="en-US" sz="2400" dirty="0" err="1"/>
              <a:t>masukan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penyempurnaan</a:t>
            </a:r>
            <a:r>
              <a:rPr lang="en-US" sz="2400" dirty="0"/>
              <a:t> </a:t>
            </a:r>
            <a:r>
              <a:rPr lang="en-US" sz="2400" dirty="0" err="1"/>
              <a:t>aktualisasi</a:t>
            </a:r>
            <a:r>
              <a:rPr lang="en-US" sz="2400" dirty="0"/>
              <a:t> </a:t>
            </a:r>
            <a:r>
              <a:rPr lang="en-US" sz="2400" dirty="0" err="1"/>
              <a:t>nilai-nilai</a:t>
            </a:r>
            <a:r>
              <a:rPr lang="en-US" sz="2400" dirty="0"/>
              <a:t> </a:t>
            </a:r>
            <a:r>
              <a:rPr lang="en-US" sz="2400" dirty="0" err="1"/>
              <a:t>dasar</a:t>
            </a:r>
            <a:r>
              <a:rPr lang="en-US" sz="2400" dirty="0"/>
              <a:t> </a:t>
            </a:r>
            <a:r>
              <a:rPr lang="en-US" sz="2400" dirty="0" err="1"/>
              <a:t>profesi</a:t>
            </a:r>
            <a:r>
              <a:rPr lang="en-US" sz="2400" dirty="0"/>
              <a:t> </a:t>
            </a:r>
            <a:r>
              <a:rPr lang="en-US" sz="2400" dirty="0" smtClean="0"/>
              <a:t>PNS </a:t>
            </a:r>
            <a:r>
              <a:rPr lang="en-US" sz="2400" dirty="0" err="1" smtClean="0"/>
              <a:t>untuk</a:t>
            </a:r>
            <a:r>
              <a:rPr lang="en-US" sz="2400" dirty="0" smtClean="0"/>
              <a:t> </a:t>
            </a:r>
            <a:r>
              <a:rPr lang="en-US" sz="2400" dirty="0" err="1" smtClean="0"/>
              <a:t>menyusun</a:t>
            </a:r>
            <a:r>
              <a:rPr lang="en-US" sz="2400" dirty="0" smtClean="0"/>
              <a:t> </a:t>
            </a:r>
            <a:r>
              <a:rPr lang="en-US" sz="2400" b="1" dirty="0" err="1" smtClean="0"/>
              <a:t>Rencana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Aksi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076618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</TotalTime>
  <Words>178</Words>
  <Application>Microsoft Office PowerPoint</Application>
  <PresentationFormat>On-screen Show (4:3)</PresentationFormat>
  <Paragraphs>44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Office Theme</vt:lpstr>
      <vt:lpstr>Diseño predeterminado</vt:lpstr>
      <vt:lpstr>PowerPoint Presentation</vt:lpstr>
      <vt:lpstr>TAHAPAN DIKLAT PRAJABATAN GOLONGAN III ANGKATAN KE-106</vt:lpstr>
      <vt:lpstr>PowerPoint Presentation</vt:lpstr>
      <vt:lpstr>PowerPoint Presentation</vt:lpstr>
    </vt:vector>
  </TitlesOfParts>
  <Company>WI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BPS</dc:creator>
  <cp:lastModifiedBy>Pusdiklat BPS</cp:lastModifiedBy>
  <cp:revision>25</cp:revision>
  <dcterms:created xsi:type="dcterms:W3CDTF">2014-12-11T03:53:27Z</dcterms:created>
  <dcterms:modified xsi:type="dcterms:W3CDTF">2016-07-19T03:17:12Z</dcterms:modified>
</cp:coreProperties>
</file>